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3"/>
  </p:sldMasterIdLst>
  <p:notesMasterIdLst>
    <p:notesMasterId r:id="rId4"/>
  </p:notesMasterIdLst>
  <p:sldIdLst>
    <p:sldId id="256" r:id="rId5"/>
    <p:sldId id="257" r:id="rId6"/>
    <p:sldId id="258" r:id="rId7"/>
    <p:sldId id="259" r:id="rId8"/>
    <p:sldId id="260" r:id="rId9"/>
    <p:sldId id="261" r:id="rId10"/>
  </p:sldIdLst>
  <p:sldSz cy="7620000" cx="10160000"/>
  <p:notesSz cx="7620000" cy="10160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62000" y="4826000"/>
            <a:ext cx="6096000" cy="45720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i0: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21" name="Google Shape;21;i0: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i3: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i3: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i16: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i16: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i31: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i31: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-llega al setting del sketch</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-Sonido de ambiente (1984)</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-ve el setting y se da cuenta de que los midgets le hacen caso al parlante</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-habla con los midgets y trata de que ocurra el "midget riot"</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-sube a la casetilla del ventrilocuo (korean starcraft pro gamer)</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-trate de "slip" un mensajillo</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-el ventriloco le pide a smoothface que le bote la basura y se da cuenta de que algunos mensajes vienen de la oficina del rector</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-va adonde el rector</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-encuentra el sello oficial del rector</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-escribe la carta y le pone el sello</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-la mete en el tubo</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-la succión del tubo se traga a Smoothface</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-llega la carta al ventrilocuo</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-el ventrilocuo la lee</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-efecto de sonido de tubo y metal bajo presión</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-Explota el cuarto de máquinas del sistema de mensajería -Vemos una pelota que viaja por los tubos</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-Toma general de la isla, vemos que el estruendo recorre toda la isla</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-Sale Smoothface disparado por el tubo y le cae encima al ventrilocuo</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-Ese golpe de Smoothface "triggers" el modo sirena del Ventrilocuo y se pone a hacer ruido de alarma.</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-Ocurre el midget riot</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-Desde adentro de la cabina escuchamos el motin</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-Sale Smoothface y encuentra un Apocalypse Now</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 </a:t>
            </a:r>
            <a:endParaRPr sz="1467">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i40: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i40: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Secuencia forzada en la que, antes de abandonar el Throne of Terrors, Mocus esta repasando el manual de la organización en voz alta y Rupert escucha sobre el reto para hacerse del titulo de Master of the MGWDBTTGPnP, en el que tiene que pronunciar el acronimo de forma correcta. etc.</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En ese mismo momento, ocurre otro temblor (debido al Substampede) y fortuitamente cae una de las cintas magnéticas de las super computadoras del Thundercano.</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467">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i51: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i51: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Despues de hablar con Dread, es presentado a Goat, quien solicita que pase a la U. Dread informa que nadie se ha graduado de ahí nunca.</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En la U hay 3 clases:</a:t>
            </a:r>
            <a:br>
              <a:rPr lang="en-US" sz="1467">
                <a:solidFill>
                  <a:srgbClr val="000000"/>
                </a:solidFill>
                <a:latin typeface="Arial"/>
                <a:ea typeface="Arial"/>
                <a:cs typeface="Arial"/>
                <a:sym typeface="Arial"/>
              </a:rPr>
            </a:b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Kung Foom! (de acá saca el skill de Foom! y la trompeta para la grabadora)</a:t>
            </a:r>
            <a:br>
              <a:rPr lang="en-US" sz="1467">
                <a:solidFill>
                  <a:srgbClr val="000000"/>
                </a:solidFill>
                <a:latin typeface="Arial"/>
                <a:ea typeface="Arial"/>
                <a:cs typeface="Arial"/>
                <a:sym typeface="Arial"/>
              </a:rPr>
            </a:b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Diabolical Machines, etc ( de acá saca el tambor)</a:t>
            </a:r>
            <a:br>
              <a:rPr lang="en-US" sz="1467">
                <a:solidFill>
                  <a:srgbClr val="000000"/>
                </a:solidFill>
                <a:latin typeface="Arial"/>
                <a:ea typeface="Arial"/>
                <a:cs typeface="Arial"/>
                <a:sym typeface="Arial"/>
              </a:rPr>
            </a:b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Maniacal Laughter (al completar la shit, se ríe como le enseñaron)</a:t>
            </a:r>
            <a:br>
              <a:rPr lang="en-US" sz="1467">
                <a:solidFill>
                  <a:srgbClr val="000000"/>
                </a:solidFill>
                <a:latin typeface="Arial"/>
                <a:ea typeface="Arial"/>
                <a:cs typeface="Arial"/>
                <a:sym typeface="Arial"/>
              </a:rPr>
            </a:br>
            <a:br>
              <a:rPr lang="en-US" sz="1467">
                <a:solidFill>
                  <a:srgbClr val="000000"/>
                </a:solidFill>
                <a:latin typeface="Arial"/>
                <a:ea typeface="Arial"/>
                <a:cs typeface="Arial"/>
                <a:sym typeface="Arial"/>
              </a:rPr>
            </a:b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Al finalizar las 3 clases, requiere pasar a la oficina del </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rector. Para falsificar su titulo, requiere armar un Mimeógrafo: (http://images2.dailykos.com/images/user/899/pic_mimeograph.jpg) </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 </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Oficina del Rector: Aqui encuentra la tinta en el escritorio</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en la oficina hay una caja fuerte de donde sale el "molde"</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a:t>
            </a: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Cuando tiene todas las shits, escucha a su profesor decir "use the Foom Baldie!"</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467">
                <a:solidFill>
                  <a:srgbClr val="000000"/>
                </a:solidFill>
                <a:latin typeface="Arial"/>
                <a:ea typeface="Arial"/>
                <a:cs typeface="Arial"/>
                <a:sym typeface="Arial"/>
              </a:rPr>
              <a:t> </a:t>
            </a:r>
            <a:endParaRPr sz="1467">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467">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3"/>
          <p:cNvSpPr txBox="1"/>
          <p:nvPr>
            <p:ph type="ctrTitle"/>
          </p:nvPr>
        </p:nvSpPr>
        <p:spPr>
          <a:xfrm>
            <a:off x="914400" y="3048000"/>
            <a:ext cx="8331200" cy="12192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4800"/>
              <a:buChar char="●"/>
              <a:defRPr sz="4800"/>
            </a:lvl1pPr>
            <a:lvl2pPr lvl="1" algn="ctr">
              <a:spcBef>
                <a:spcPts val="0"/>
              </a:spcBef>
              <a:spcAft>
                <a:spcPts val="0"/>
              </a:spcAft>
              <a:buSzPts val="4800"/>
              <a:buChar char="○"/>
              <a:defRPr sz="4800"/>
            </a:lvl2pPr>
            <a:lvl3pPr lvl="2" algn="ctr">
              <a:spcBef>
                <a:spcPts val="0"/>
              </a:spcBef>
              <a:spcAft>
                <a:spcPts val="0"/>
              </a:spcAft>
              <a:buSzPts val="4800"/>
              <a:buChar char="■"/>
              <a:defRPr sz="4800"/>
            </a:lvl3pPr>
            <a:lvl4pPr lvl="3" algn="ctr">
              <a:spcBef>
                <a:spcPts val="0"/>
              </a:spcBef>
              <a:spcAft>
                <a:spcPts val="0"/>
              </a:spcAft>
              <a:buSzPts val="4800"/>
              <a:buChar char="●"/>
              <a:defRPr sz="4800"/>
            </a:lvl4pPr>
            <a:lvl5pPr lvl="4" algn="ctr">
              <a:spcBef>
                <a:spcPts val="0"/>
              </a:spcBef>
              <a:spcAft>
                <a:spcPts val="0"/>
              </a:spcAft>
              <a:buSzPts val="4800"/>
              <a:buChar char="○"/>
              <a:defRPr sz="4800"/>
            </a:lvl5pPr>
            <a:lvl6pPr lvl="5" algn="ctr">
              <a:spcBef>
                <a:spcPts val="0"/>
              </a:spcBef>
              <a:spcAft>
                <a:spcPts val="0"/>
              </a:spcAft>
              <a:buSzPts val="4800"/>
              <a:buChar char="■"/>
              <a:defRPr sz="4800"/>
            </a:lvl6pPr>
            <a:lvl7pPr lvl="6" algn="ctr">
              <a:spcBef>
                <a:spcPts val="0"/>
              </a:spcBef>
              <a:spcAft>
                <a:spcPts val="0"/>
              </a:spcAft>
              <a:buSzPts val="4800"/>
              <a:buChar char="●"/>
              <a:defRPr sz="4800"/>
            </a:lvl7pPr>
            <a:lvl8pPr lvl="7" algn="ctr">
              <a:spcBef>
                <a:spcPts val="0"/>
              </a:spcBef>
              <a:spcAft>
                <a:spcPts val="0"/>
              </a:spcAft>
              <a:buSzPts val="4800"/>
              <a:buChar char="○"/>
              <a:defRPr sz="4800"/>
            </a:lvl8pPr>
            <a:lvl9pPr lvl="8" algn="ctr">
              <a:spcBef>
                <a:spcPts val="0"/>
              </a:spcBef>
              <a:spcAft>
                <a:spcPts val="0"/>
              </a:spcAft>
              <a:buSzPts val="4800"/>
              <a:buChar char="■"/>
              <a:defRPr sz="4800"/>
            </a:lvl9pPr>
          </a:lstStyle>
          <a:p/>
        </p:txBody>
      </p:sp>
      <p:sp>
        <p:nvSpPr>
          <p:cNvPr id="9" name="Google Shape;9;p3"/>
          <p:cNvSpPr txBox="1"/>
          <p:nvPr>
            <p:ph idx="1" type="subTitle"/>
          </p:nvPr>
        </p:nvSpPr>
        <p:spPr>
          <a:xfrm>
            <a:off x="1828800" y="4572000"/>
            <a:ext cx="6502400" cy="914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200"/>
              <a:buChar char="●"/>
              <a:defRPr sz="3200"/>
            </a:lvl1pPr>
            <a:lvl2pPr lvl="1" algn="ctr">
              <a:spcBef>
                <a:spcPts val="0"/>
              </a:spcBef>
              <a:spcAft>
                <a:spcPts val="0"/>
              </a:spcAft>
              <a:buSzPts val="3200"/>
              <a:buChar char="○"/>
              <a:defRPr sz="3200"/>
            </a:lvl2pPr>
            <a:lvl3pPr lvl="2" algn="ctr">
              <a:spcBef>
                <a:spcPts val="0"/>
              </a:spcBef>
              <a:spcAft>
                <a:spcPts val="0"/>
              </a:spcAft>
              <a:buSzPts val="3200"/>
              <a:buChar char="■"/>
              <a:defRPr sz="3200"/>
            </a:lvl3pPr>
            <a:lvl4pPr lvl="3" algn="ctr">
              <a:spcBef>
                <a:spcPts val="0"/>
              </a:spcBef>
              <a:spcAft>
                <a:spcPts val="0"/>
              </a:spcAft>
              <a:buSzPts val="3200"/>
              <a:buChar char="●"/>
              <a:defRPr sz="3200"/>
            </a:lvl4pPr>
            <a:lvl5pPr lvl="4" algn="ctr">
              <a:spcBef>
                <a:spcPts val="0"/>
              </a:spcBef>
              <a:spcAft>
                <a:spcPts val="0"/>
              </a:spcAft>
              <a:buSzPts val="3200"/>
              <a:buChar char="○"/>
              <a:defRPr sz="3200"/>
            </a:lvl5pPr>
            <a:lvl6pPr lvl="5" algn="ctr">
              <a:spcBef>
                <a:spcPts val="0"/>
              </a:spcBef>
              <a:spcAft>
                <a:spcPts val="0"/>
              </a:spcAft>
              <a:buSzPts val="3200"/>
              <a:buChar char="■"/>
              <a:defRPr sz="3200"/>
            </a:lvl6pPr>
            <a:lvl7pPr lvl="6" algn="ctr">
              <a:spcBef>
                <a:spcPts val="0"/>
              </a:spcBef>
              <a:spcAft>
                <a:spcPts val="0"/>
              </a:spcAft>
              <a:buSzPts val="3200"/>
              <a:buChar char="●"/>
              <a:defRPr sz="3200"/>
            </a:lvl7pPr>
            <a:lvl8pPr lvl="7" algn="ctr">
              <a:spcBef>
                <a:spcPts val="0"/>
              </a:spcBef>
              <a:spcAft>
                <a:spcPts val="0"/>
              </a:spcAft>
              <a:buSzPts val="3200"/>
              <a:buChar char="○"/>
              <a:defRPr sz="3200"/>
            </a:lvl8pPr>
            <a:lvl9pPr lvl="8" algn="ctr">
              <a:spcBef>
                <a:spcPts val="0"/>
              </a:spcBef>
              <a:spcAft>
                <a:spcPts val="0"/>
              </a:spcAft>
              <a:buSzPts val="3200"/>
              <a:buChar char="■"/>
              <a:defRPr sz="3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 name="Shape 10"/>
        <p:cNvGrpSpPr/>
        <p:nvPr/>
      </p:nvGrpSpPr>
      <p:grpSpPr>
        <a:xfrm>
          <a:off x="0" y="0"/>
          <a:ext cx="0" cy="0"/>
          <a:chOff x="0" y="0"/>
          <a:chExt cx="0" cy="0"/>
        </a:xfrm>
      </p:grpSpPr>
      <p:sp>
        <p:nvSpPr>
          <p:cNvPr id="11" name="Google Shape;11;p4"/>
          <p:cNvSpPr txBox="1"/>
          <p:nvPr>
            <p:ph type="title"/>
          </p:nvPr>
        </p:nvSpPr>
        <p:spPr>
          <a:xfrm>
            <a:off x="304800" y="304800"/>
            <a:ext cx="9550400" cy="914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4267"/>
              <a:buChar char="●"/>
              <a:defRPr sz="4267"/>
            </a:lvl1pPr>
            <a:lvl2pPr lvl="1">
              <a:spcBef>
                <a:spcPts val="0"/>
              </a:spcBef>
              <a:spcAft>
                <a:spcPts val="0"/>
              </a:spcAft>
              <a:buSzPts val="4267"/>
              <a:buChar char="○"/>
              <a:defRPr sz="4267"/>
            </a:lvl2pPr>
            <a:lvl3pPr lvl="2">
              <a:spcBef>
                <a:spcPts val="0"/>
              </a:spcBef>
              <a:spcAft>
                <a:spcPts val="0"/>
              </a:spcAft>
              <a:buSzPts val="4267"/>
              <a:buChar char="■"/>
              <a:defRPr sz="4267"/>
            </a:lvl3pPr>
            <a:lvl4pPr lvl="3">
              <a:spcBef>
                <a:spcPts val="0"/>
              </a:spcBef>
              <a:spcAft>
                <a:spcPts val="0"/>
              </a:spcAft>
              <a:buSzPts val="4267"/>
              <a:buChar char="●"/>
              <a:defRPr sz="4267"/>
            </a:lvl4pPr>
            <a:lvl5pPr lvl="4">
              <a:spcBef>
                <a:spcPts val="0"/>
              </a:spcBef>
              <a:spcAft>
                <a:spcPts val="0"/>
              </a:spcAft>
              <a:buSzPts val="4267"/>
              <a:buChar char="○"/>
              <a:defRPr sz="4267"/>
            </a:lvl5pPr>
            <a:lvl6pPr lvl="5">
              <a:spcBef>
                <a:spcPts val="0"/>
              </a:spcBef>
              <a:spcAft>
                <a:spcPts val="0"/>
              </a:spcAft>
              <a:buSzPts val="4267"/>
              <a:buChar char="■"/>
              <a:defRPr sz="4267"/>
            </a:lvl6pPr>
            <a:lvl7pPr lvl="6">
              <a:spcBef>
                <a:spcPts val="0"/>
              </a:spcBef>
              <a:spcAft>
                <a:spcPts val="0"/>
              </a:spcAft>
              <a:buSzPts val="4267"/>
              <a:buChar char="●"/>
              <a:defRPr sz="4267"/>
            </a:lvl7pPr>
            <a:lvl8pPr lvl="7">
              <a:spcBef>
                <a:spcPts val="0"/>
              </a:spcBef>
              <a:spcAft>
                <a:spcPts val="0"/>
              </a:spcAft>
              <a:buSzPts val="4267"/>
              <a:buChar char="○"/>
              <a:defRPr sz="4267"/>
            </a:lvl8pPr>
            <a:lvl9pPr lvl="8">
              <a:spcBef>
                <a:spcPts val="0"/>
              </a:spcBef>
              <a:spcAft>
                <a:spcPts val="0"/>
              </a:spcAft>
              <a:buSzPts val="4267"/>
              <a:buChar char="■"/>
              <a:defRPr sz="4267"/>
            </a:lvl9pPr>
          </a:lstStyle>
          <a:p/>
        </p:txBody>
      </p:sp>
      <p:sp>
        <p:nvSpPr>
          <p:cNvPr id="12" name="Google Shape;12;p4"/>
          <p:cNvSpPr txBox="1"/>
          <p:nvPr>
            <p:ph idx="1" type="body"/>
          </p:nvPr>
        </p:nvSpPr>
        <p:spPr>
          <a:xfrm>
            <a:off x="304800" y="1828800"/>
            <a:ext cx="9550400" cy="5486400"/>
          </a:xfrm>
          <a:prstGeom prst="rect">
            <a:avLst/>
          </a:prstGeom>
          <a:noFill/>
          <a:ln>
            <a:noFill/>
          </a:ln>
        </p:spPr>
        <p:txBody>
          <a:bodyPr anchorCtr="0" anchor="t" bIns="91425" lIns="91425" spcFirstLastPara="1" rIns="91425" wrap="square" tIns="91425">
            <a:noAutofit/>
          </a:bodyPr>
          <a:lstStyle>
            <a:lvl1pPr indent="-397933" lvl="0" marL="457200">
              <a:spcBef>
                <a:spcPts val="0"/>
              </a:spcBef>
              <a:spcAft>
                <a:spcPts val="0"/>
              </a:spcAft>
              <a:buSzPts val="2667"/>
              <a:buChar char="●"/>
              <a:defRPr sz="2667"/>
            </a:lvl1pPr>
            <a:lvl2pPr indent="-397933" lvl="1" marL="914400">
              <a:spcBef>
                <a:spcPts val="0"/>
              </a:spcBef>
              <a:spcAft>
                <a:spcPts val="0"/>
              </a:spcAft>
              <a:buSzPts val="2667"/>
              <a:buChar char="○"/>
              <a:defRPr sz="2667"/>
            </a:lvl2pPr>
            <a:lvl3pPr indent="-397933" lvl="2" marL="1371600">
              <a:spcBef>
                <a:spcPts val="0"/>
              </a:spcBef>
              <a:spcAft>
                <a:spcPts val="0"/>
              </a:spcAft>
              <a:buSzPts val="2667"/>
              <a:buChar char="■"/>
              <a:defRPr sz="2667"/>
            </a:lvl3pPr>
            <a:lvl4pPr indent="-397933" lvl="3" marL="1828800">
              <a:spcBef>
                <a:spcPts val="0"/>
              </a:spcBef>
              <a:spcAft>
                <a:spcPts val="0"/>
              </a:spcAft>
              <a:buSzPts val="2667"/>
              <a:buChar char="●"/>
              <a:defRPr sz="2667"/>
            </a:lvl4pPr>
            <a:lvl5pPr indent="-397933" lvl="4" marL="2286000">
              <a:spcBef>
                <a:spcPts val="0"/>
              </a:spcBef>
              <a:spcAft>
                <a:spcPts val="0"/>
              </a:spcAft>
              <a:buSzPts val="2667"/>
              <a:buChar char="○"/>
              <a:defRPr sz="2667"/>
            </a:lvl5pPr>
            <a:lvl6pPr indent="-397933" lvl="5" marL="2743200">
              <a:spcBef>
                <a:spcPts val="0"/>
              </a:spcBef>
              <a:spcAft>
                <a:spcPts val="0"/>
              </a:spcAft>
              <a:buSzPts val="2667"/>
              <a:buChar char="■"/>
              <a:defRPr sz="2667"/>
            </a:lvl6pPr>
            <a:lvl7pPr indent="-397933" lvl="6" marL="3200400">
              <a:spcBef>
                <a:spcPts val="0"/>
              </a:spcBef>
              <a:spcAft>
                <a:spcPts val="0"/>
              </a:spcAft>
              <a:buSzPts val="2667"/>
              <a:buChar char="●"/>
              <a:defRPr sz="2667"/>
            </a:lvl7pPr>
            <a:lvl8pPr indent="-397933" lvl="7" marL="3657600">
              <a:spcBef>
                <a:spcPts val="0"/>
              </a:spcBef>
              <a:spcAft>
                <a:spcPts val="0"/>
              </a:spcAft>
              <a:buSzPts val="2667"/>
              <a:buChar char="○"/>
              <a:defRPr sz="2667"/>
            </a:lvl8pPr>
            <a:lvl9pPr indent="-397933" lvl="8" marL="4114800">
              <a:spcBef>
                <a:spcPts val="0"/>
              </a:spcBef>
              <a:spcAft>
                <a:spcPts val="0"/>
              </a:spcAft>
              <a:buSzPts val="2667"/>
              <a:buChar char="■"/>
              <a:defRPr sz="2667"/>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 name="Shape 13"/>
        <p:cNvGrpSpPr/>
        <p:nvPr/>
      </p:nvGrpSpPr>
      <p:grpSpPr>
        <a:xfrm>
          <a:off x="0" y="0"/>
          <a:ext cx="0" cy="0"/>
          <a:chOff x="0" y="0"/>
          <a:chExt cx="0" cy="0"/>
        </a:xfrm>
      </p:grpSpPr>
      <p:sp>
        <p:nvSpPr>
          <p:cNvPr id="14" name="Google Shape;14;p5"/>
          <p:cNvSpPr txBox="1"/>
          <p:nvPr>
            <p:ph type="title"/>
          </p:nvPr>
        </p:nvSpPr>
        <p:spPr>
          <a:xfrm>
            <a:off x="304800" y="304800"/>
            <a:ext cx="9550400" cy="914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4267"/>
              <a:buChar char="●"/>
              <a:defRPr sz="4267"/>
            </a:lvl1pPr>
            <a:lvl2pPr lvl="1">
              <a:spcBef>
                <a:spcPts val="0"/>
              </a:spcBef>
              <a:spcAft>
                <a:spcPts val="0"/>
              </a:spcAft>
              <a:buSzPts val="4267"/>
              <a:buChar char="○"/>
              <a:defRPr sz="4267"/>
            </a:lvl2pPr>
            <a:lvl3pPr lvl="2">
              <a:spcBef>
                <a:spcPts val="0"/>
              </a:spcBef>
              <a:spcAft>
                <a:spcPts val="0"/>
              </a:spcAft>
              <a:buSzPts val="4267"/>
              <a:buChar char="■"/>
              <a:defRPr sz="4267"/>
            </a:lvl3pPr>
            <a:lvl4pPr lvl="3">
              <a:spcBef>
                <a:spcPts val="0"/>
              </a:spcBef>
              <a:spcAft>
                <a:spcPts val="0"/>
              </a:spcAft>
              <a:buSzPts val="4267"/>
              <a:buChar char="●"/>
              <a:defRPr sz="4267"/>
            </a:lvl4pPr>
            <a:lvl5pPr lvl="4">
              <a:spcBef>
                <a:spcPts val="0"/>
              </a:spcBef>
              <a:spcAft>
                <a:spcPts val="0"/>
              </a:spcAft>
              <a:buSzPts val="4267"/>
              <a:buChar char="○"/>
              <a:defRPr sz="4267"/>
            </a:lvl5pPr>
            <a:lvl6pPr lvl="5">
              <a:spcBef>
                <a:spcPts val="0"/>
              </a:spcBef>
              <a:spcAft>
                <a:spcPts val="0"/>
              </a:spcAft>
              <a:buSzPts val="4267"/>
              <a:buChar char="■"/>
              <a:defRPr sz="4267"/>
            </a:lvl6pPr>
            <a:lvl7pPr lvl="6">
              <a:spcBef>
                <a:spcPts val="0"/>
              </a:spcBef>
              <a:spcAft>
                <a:spcPts val="0"/>
              </a:spcAft>
              <a:buSzPts val="4267"/>
              <a:buChar char="●"/>
              <a:defRPr sz="4267"/>
            </a:lvl7pPr>
            <a:lvl8pPr lvl="7">
              <a:spcBef>
                <a:spcPts val="0"/>
              </a:spcBef>
              <a:spcAft>
                <a:spcPts val="0"/>
              </a:spcAft>
              <a:buSzPts val="4267"/>
              <a:buChar char="○"/>
              <a:defRPr sz="4267"/>
            </a:lvl8pPr>
            <a:lvl9pPr lvl="8">
              <a:spcBef>
                <a:spcPts val="0"/>
              </a:spcBef>
              <a:spcAft>
                <a:spcPts val="0"/>
              </a:spcAft>
              <a:buSzPts val="4267"/>
              <a:buChar char="■"/>
              <a:defRPr sz="4267"/>
            </a:lvl9pPr>
          </a:lstStyle>
          <a:p/>
        </p:txBody>
      </p:sp>
      <p:sp>
        <p:nvSpPr>
          <p:cNvPr id="15" name="Google Shape;15;p5"/>
          <p:cNvSpPr txBox="1"/>
          <p:nvPr>
            <p:ph idx="1" type="body"/>
          </p:nvPr>
        </p:nvSpPr>
        <p:spPr>
          <a:xfrm>
            <a:off x="304800" y="1828800"/>
            <a:ext cx="4470400" cy="5486400"/>
          </a:xfrm>
          <a:prstGeom prst="rect">
            <a:avLst/>
          </a:prstGeom>
          <a:noFill/>
          <a:ln>
            <a:noFill/>
          </a:ln>
        </p:spPr>
        <p:txBody>
          <a:bodyPr anchorCtr="0" anchor="t" bIns="91425" lIns="91425" spcFirstLastPara="1" rIns="91425" wrap="square" tIns="91425">
            <a:noAutofit/>
          </a:bodyPr>
          <a:lstStyle>
            <a:lvl1pPr indent="-397933" lvl="0" marL="457200">
              <a:spcBef>
                <a:spcPts val="0"/>
              </a:spcBef>
              <a:spcAft>
                <a:spcPts val="0"/>
              </a:spcAft>
              <a:buSzPts val="2667"/>
              <a:buChar char="●"/>
              <a:defRPr sz="2667"/>
            </a:lvl1pPr>
            <a:lvl2pPr indent="-397933" lvl="1" marL="914400">
              <a:spcBef>
                <a:spcPts val="0"/>
              </a:spcBef>
              <a:spcAft>
                <a:spcPts val="0"/>
              </a:spcAft>
              <a:buSzPts val="2667"/>
              <a:buChar char="○"/>
              <a:defRPr sz="2667"/>
            </a:lvl2pPr>
            <a:lvl3pPr indent="-397933" lvl="2" marL="1371600">
              <a:spcBef>
                <a:spcPts val="0"/>
              </a:spcBef>
              <a:spcAft>
                <a:spcPts val="0"/>
              </a:spcAft>
              <a:buSzPts val="2667"/>
              <a:buChar char="■"/>
              <a:defRPr sz="2667"/>
            </a:lvl3pPr>
            <a:lvl4pPr indent="-397933" lvl="3" marL="1828800">
              <a:spcBef>
                <a:spcPts val="0"/>
              </a:spcBef>
              <a:spcAft>
                <a:spcPts val="0"/>
              </a:spcAft>
              <a:buSzPts val="2667"/>
              <a:buChar char="●"/>
              <a:defRPr sz="2667"/>
            </a:lvl4pPr>
            <a:lvl5pPr indent="-397933" lvl="4" marL="2286000">
              <a:spcBef>
                <a:spcPts val="0"/>
              </a:spcBef>
              <a:spcAft>
                <a:spcPts val="0"/>
              </a:spcAft>
              <a:buSzPts val="2667"/>
              <a:buChar char="○"/>
              <a:defRPr sz="2667"/>
            </a:lvl5pPr>
            <a:lvl6pPr indent="-397933" lvl="5" marL="2743200">
              <a:spcBef>
                <a:spcPts val="0"/>
              </a:spcBef>
              <a:spcAft>
                <a:spcPts val="0"/>
              </a:spcAft>
              <a:buSzPts val="2667"/>
              <a:buChar char="■"/>
              <a:defRPr sz="2667"/>
            </a:lvl6pPr>
            <a:lvl7pPr indent="-397933" lvl="6" marL="3200400">
              <a:spcBef>
                <a:spcPts val="0"/>
              </a:spcBef>
              <a:spcAft>
                <a:spcPts val="0"/>
              </a:spcAft>
              <a:buSzPts val="2667"/>
              <a:buChar char="●"/>
              <a:defRPr sz="2667"/>
            </a:lvl7pPr>
            <a:lvl8pPr indent="-397933" lvl="7" marL="3657600">
              <a:spcBef>
                <a:spcPts val="0"/>
              </a:spcBef>
              <a:spcAft>
                <a:spcPts val="0"/>
              </a:spcAft>
              <a:buSzPts val="2667"/>
              <a:buChar char="○"/>
              <a:defRPr sz="2667"/>
            </a:lvl8pPr>
            <a:lvl9pPr indent="-397933" lvl="8" marL="4114800">
              <a:spcBef>
                <a:spcPts val="0"/>
              </a:spcBef>
              <a:spcAft>
                <a:spcPts val="0"/>
              </a:spcAft>
              <a:buSzPts val="2667"/>
              <a:buChar char="■"/>
              <a:defRPr sz="2667"/>
            </a:lvl9pPr>
          </a:lstStyle>
          <a:p/>
        </p:txBody>
      </p:sp>
      <p:sp>
        <p:nvSpPr>
          <p:cNvPr id="16" name="Google Shape;16;p5"/>
          <p:cNvSpPr txBox="1"/>
          <p:nvPr>
            <p:ph idx="2" type="body"/>
          </p:nvPr>
        </p:nvSpPr>
        <p:spPr>
          <a:xfrm>
            <a:off x="5384800" y="1828800"/>
            <a:ext cx="4470400" cy="5486400"/>
          </a:xfrm>
          <a:prstGeom prst="rect">
            <a:avLst/>
          </a:prstGeom>
          <a:noFill/>
          <a:ln>
            <a:noFill/>
          </a:ln>
        </p:spPr>
        <p:txBody>
          <a:bodyPr anchorCtr="0" anchor="t" bIns="91425" lIns="91425" spcFirstLastPara="1" rIns="91425" wrap="square" tIns="91425">
            <a:noAutofit/>
          </a:bodyPr>
          <a:lstStyle>
            <a:lvl1pPr indent="-397933" lvl="0" marL="457200">
              <a:spcBef>
                <a:spcPts val="0"/>
              </a:spcBef>
              <a:spcAft>
                <a:spcPts val="0"/>
              </a:spcAft>
              <a:buSzPts val="2667"/>
              <a:buChar char="●"/>
              <a:defRPr sz="2667"/>
            </a:lvl1pPr>
            <a:lvl2pPr indent="-397933" lvl="1" marL="914400">
              <a:spcBef>
                <a:spcPts val="0"/>
              </a:spcBef>
              <a:spcAft>
                <a:spcPts val="0"/>
              </a:spcAft>
              <a:buSzPts val="2667"/>
              <a:buChar char="○"/>
              <a:defRPr sz="2667"/>
            </a:lvl2pPr>
            <a:lvl3pPr indent="-397933" lvl="2" marL="1371600">
              <a:spcBef>
                <a:spcPts val="0"/>
              </a:spcBef>
              <a:spcAft>
                <a:spcPts val="0"/>
              </a:spcAft>
              <a:buSzPts val="2667"/>
              <a:buChar char="■"/>
              <a:defRPr sz="2667"/>
            </a:lvl3pPr>
            <a:lvl4pPr indent="-397933" lvl="3" marL="1828800">
              <a:spcBef>
                <a:spcPts val="0"/>
              </a:spcBef>
              <a:spcAft>
                <a:spcPts val="0"/>
              </a:spcAft>
              <a:buSzPts val="2667"/>
              <a:buChar char="●"/>
              <a:defRPr sz="2667"/>
            </a:lvl4pPr>
            <a:lvl5pPr indent="-397933" lvl="4" marL="2286000">
              <a:spcBef>
                <a:spcPts val="0"/>
              </a:spcBef>
              <a:spcAft>
                <a:spcPts val="0"/>
              </a:spcAft>
              <a:buSzPts val="2667"/>
              <a:buChar char="○"/>
              <a:defRPr sz="2667"/>
            </a:lvl5pPr>
            <a:lvl6pPr indent="-397933" lvl="5" marL="2743200">
              <a:spcBef>
                <a:spcPts val="0"/>
              </a:spcBef>
              <a:spcAft>
                <a:spcPts val="0"/>
              </a:spcAft>
              <a:buSzPts val="2667"/>
              <a:buChar char="■"/>
              <a:defRPr sz="2667"/>
            </a:lvl6pPr>
            <a:lvl7pPr indent="-397933" lvl="6" marL="3200400">
              <a:spcBef>
                <a:spcPts val="0"/>
              </a:spcBef>
              <a:spcAft>
                <a:spcPts val="0"/>
              </a:spcAft>
              <a:buSzPts val="2667"/>
              <a:buChar char="●"/>
              <a:defRPr sz="2667"/>
            </a:lvl7pPr>
            <a:lvl8pPr indent="-397933" lvl="7" marL="3657600">
              <a:spcBef>
                <a:spcPts val="0"/>
              </a:spcBef>
              <a:spcAft>
                <a:spcPts val="0"/>
              </a:spcAft>
              <a:buSzPts val="2667"/>
              <a:buChar char="○"/>
              <a:defRPr sz="2667"/>
            </a:lvl8pPr>
            <a:lvl9pPr indent="-397933" lvl="8" marL="4114800">
              <a:spcBef>
                <a:spcPts val="0"/>
              </a:spcBef>
              <a:spcAft>
                <a:spcPts val="0"/>
              </a:spcAft>
              <a:buSzPts val="2667"/>
              <a:buChar char="■"/>
              <a:defRPr sz="2667"/>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 name="Shape 17"/>
        <p:cNvGrpSpPr/>
        <p:nvPr/>
      </p:nvGrpSpPr>
      <p:grpSpPr>
        <a:xfrm>
          <a:off x="0" y="0"/>
          <a:ext cx="0" cy="0"/>
          <a:chOff x="0" y="0"/>
          <a:chExt cx="0" cy="0"/>
        </a:xfrm>
      </p:grpSpPr>
      <p:sp>
        <p:nvSpPr>
          <p:cNvPr id="18" name="Google Shape;18;p6"/>
          <p:cNvSpPr txBox="1"/>
          <p:nvPr>
            <p:ph idx="1" type="body"/>
          </p:nvPr>
        </p:nvSpPr>
        <p:spPr>
          <a:xfrm>
            <a:off x="304800" y="6705600"/>
            <a:ext cx="9550400" cy="609600"/>
          </a:xfrm>
          <a:prstGeom prst="rect">
            <a:avLst/>
          </a:prstGeom>
          <a:noFill/>
          <a:ln>
            <a:noFill/>
          </a:ln>
        </p:spPr>
        <p:txBody>
          <a:bodyPr anchorCtr="0" anchor="t" bIns="91425" lIns="91425" spcFirstLastPara="1" rIns="91425" wrap="square" tIns="91425">
            <a:noAutofit/>
          </a:bodyPr>
          <a:lstStyle>
            <a:lvl1pPr indent="-431800" lvl="0" marL="457200" algn="ctr">
              <a:spcBef>
                <a:spcPts val="0"/>
              </a:spcBef>
              <a:spcAft>
                <a:spcPts val="0"/>
              </a:spcAft>
              <a:buSzPts val="3200"/>
              <a:buChar char="●"/>
              <a:defRPr sz="3200"/>
            </a:lvl1pPr>
            <a:lvl2pPr indent="-431800" lvl="1" marL="914400" algn="ctr">
              <a:spcBef>
                <a:spcPts val="0"/>
              </a:spcBef>
              <a:spcAft>
                <a:spcPts val="0"/>
              </a:spcAft>
              <a:buSzPts val="3200"/>
              <a:buChar char="○"/>
              <a:defRPr sz="3200"/>
            </a:lvl2pPr>
            <a:lvl3pPr indent="-431800" lvl="2" marL="1371600" algn="ctr">
              <a:spcBef>
                <a:spcPts val="0"/>
              </a:spcBef>
              <a:spcAft>
                <a:spcPts val="0"/>
              </a:spcAft>
              <a:buSzPts val="3200"/>
              <a:buChar char="■"/>
              <a:defRPr sz="3200"/>
            </a:lvl3pPr>
            <a:lvl4pPr indent="-431800" lvl="3" marL="1828800" algn="ctr">
              <a:spcBef>
                <a:spcPts val="0"/>
              </a:spcBef>
              <a:spcAft>
                <a:spcPts val="0"/>
              </a:spcAft>
              <a:buSzPts val="3200"/>
              <a:buChar char="●"/>
              <a:defRPr sz="3200"/>
            </a:lvl4pPr>
            <a:lvl5pPr indent="-431800" lvl="4" marL="2286000" algn="ctr">
              <a:spcBef>
                <a:spcPts val="0"/>
              </a:spcBef>
              <a:spcAft>
                <a:spcPts val="0"/>
              </a:spcAft>
              <a:buSzPts val="3200"/>
              <a:buChar char="○"/>
              <a:defRPr sz="3200"/>
            </a:lvl5pPr>
            <a:lvl6pPr indent="-431800" lvl="5" marL="2743200" algn="ctr">
              <a:spcBef>
                <a:spcPts val="0"/>
              </a:spcBef>
              <a:spcAft>
                <a:spcPts val="0"/>
              </a:spcAft>
              <a:buSzPts val="3200"/>
              <a:buChar char="■"/>
              <a:defRPr sz="3200"/>
            </a:lvl6pPr>
            <a:lvl7pPr indent="-431800" lvl="6" marL="3200400" algn="ctr">
              <a:spcBef>
                <a:spcPts val="0"/>
              </a:spcBef>
              <a:spcAft>
                <a:spcPts val="0"/>
              </a:spcAft>
              <a:buSzPts val="3200"/>
              <a:buChar char="●"/>
              <a:defRPr sz="3200"/>
            </a:lvl7pPr>
            <a:lvl8pPr indent="-431800" lvl="7" marL="3657600" algn="ctr">
              <a:spcBef>
                <a:spcPts val="0"/>
              </a:spcBef>
              <a:spcAft>
                <a:spcPts val="0"/>
              </a:spcAft>
              <a:buSzPts val="3200"/>
              <a:buChar char="○"/>
              <a:defRPr sz="3200"/>
            </a:lvl8pPr>
            <a:lvl9pPr indent="-431800" lvl="8" marL="4114800" algn="ctr">
              <a:spcBef>
                <a:spcPts val="0"/>
              </a:spcBef>
              <a:spcAft>
                <a:spcPts val="0"/>
              </a:spcAft>
              <a:buSzPts val="3200"/>
              <a:buChar char="■"/>
              <a:defRPr sz="32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grpSp>
        <p:nvGrpSpPr>
          <p:cNvPr id="23" name="Google Shape;23;p7"/>
          <p:cNvGrpSpPr/>
          <p:nvPr/>
        </p:nvGrpSpPr>
        <p:grpSpPr>
          <a:xfrm>
            <a:off x="-1305677" y="1734301"/>
            <a:ext cx="2697476" cy="1825183"/>
            <a:chOff x="913804" y="761504"/>
            <a:chExt cx="2589596" cy="1752196"/>
          </a:xfrm>
        </p:grpSpPr>
        <p:sp>
          <p:nvSpPr>
            <p:cNvPr id="24" name="Google Shape;24;p7"/>
            <p:cNvSpPr/>
            <p:nvPr/>
          </p:nvSpPr>
          <p:spPr>
            <a:xfrm>
              <a:off x="913804" y="761504"/>
              <a:ext cx="2057400" cy="1219200"/>
            </a:xfrm>
            <a:prstGeom prst="rect">
              <a:avLst/>
            </a:prstGeom>
            <a:solidFill>
              <a:srgbClr val="3D85C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458"/>
                <a:t>Substampede</a:t>
              </a:r>
              <a:endParaRPr sz="1458"/>
            </a:p>
          </p:txBody>
        </p:sp>
        <p:sp>
          <p:nvSpPr>
            <p:cNvPr id="25" name="Google Shape;25;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 name="Google Shape;27;p7"/>
          <p:cNvGrpSpPr/>
          <p:nvPr/>
        </p:nvGrpSpPr>
        <p:grpSpPr>
          <a:xfrm>
            <a:off x="713745" y="2243414"/>
            <a:ext cx="1704244" cy="1212514"/>
            <a:chOff x="913804" y="761504"/>
            <a:chExt cx="2589596" cy="1752196"/>
          </a:xfrm>
        </p:grpSpPr>
        <p:sp>
          <p:nvSpPr>
            <p:cNvPr id="28" name="Google Shape;28;p7"/>
            <p:cNvSpPr/>
            <p:nvPr/>
          </p:nvSpPr>
          <p:spPr>
            <a:xfrm>
              <a:off x="913804" y="761504"/>
              <a:ext cx="9927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Captain's Room</a:t>
              </a:r>
              <a:endParaRPr sz="921"/>
            </a:p>
          </p:txBody>
        </p:sp>
        <p:sp>
          <p:nvSpPr>
            <p:cNvPr id="29" name="Google Shape;29;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 name="Google Shape;31;p7"/>
          <p:cNvGrpSpPr/>
          <p:nvPr/>
        </p:nvGrpSpPr>
        <p:grpSpPr>
          <a:xfrm>
            <a:off x="1283693" y="7714"/>
            <a:ext cx="9747870" cy="6248322"/>
            <a:chOff x="765127" y="834775"/>
            <a:chExt cx="5180881" cy="5788990"/>
          </a:xfrm>
        </p:grpSpPr>
        <p:sp>
          <p:nvSpPr>
            <p:cNvPr id="32" name="Google Shape;32;p7"/>
            <p:cNvSpPr/>
            <p:nvPr/>
          </p:nvSpPr>
          <p:spPr>
            <a:xfrm>
              <a:off x="1065609" y="836165"/>
              <a:ext cx="4880400" cy="5787600"/>
            </a:xfrm>
            <a:prstGeom prst="rect">
              <a:avLst/>
            </a:prstGeom>
            <a:solidFill>
              <a:srgbClr val="B6D7A8"/>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7"/>
            <p:cNvSpPr txBox="1"/>
            <p:nvPr/>
          </p:nvSpPr>
          <p:spPr>
            <a:xfrm>
              <a:off x="765127" y="834775"/>
              <a:ext cx="22098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511"/>
                <a:t>Blackspit Island</a:t>
              </a:r>
              <a:endParaRPr sz="1511"/>
            </a:p>
          </p:txBody>
        </p:sp>
      </p:grpSp>
      <p:grpSp>
        <p:nvGrpSpPr>
          <p:cNvPr id="36" name="Google Shape;36;p7"/>
          <p:cNvGrpSpPr/>
          <p:nvPr/>
        </p:nvGrpSpPr>
        <p:grpSpPr>
          <a:xfrm>
            <a:off x="4788861" y="120531"/>
            <a:ext cx="3658016" cy="6022917"/>
            <a:chOff x="1065609" y="836165"/>
            <a:chExt cx="4880400" cy="5787600"/>
          </a:xfrm>
        </p:grpSpPr>
        <p:sp>
          <p:nvSpPr>
            <p:cNvPr id="37" name="Google Shape;37;p7"/>
            <p:cNvSpPr/>
            <p:nvPr/>
          </p:nvSpPr>
          <p:spPr>
            <a:xfrm>
              <a:off x="1065609" y="836165"/>
              <a:ext cx="4880400" cy="5787600"/>
            </a:xfrm>
            <a:prstGeom prst="rect">
              <a:avLst/>
            </a:prstGeom>
            <a:solidFill>
              <a:srgbClr val="E69138"/>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7"/>
            <p:cNvSpPr txBox="1"/>
            <p:nvPr/>
          </p:nvSpPr>
          <p:spPr>
            <a:xfrm>
              <a:off x="2435173" y="836959"/>
              <a:ext cx="22098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49"/>
                <a:t>Placeholder Town</a:t>
              </a:r>
              <a:endParaRPr sz="1049"/>
            </a:p>
          </p:txBody>
        </p:sp>
      </p:grpSp>
      <p:grpSp>
        <p:nvGrpSpPr>
          <p:cNvPr id="41" name="Google Shape;41;p7"/>
          <p:cNvGrpSpPr/>
          <p:nvPr/>
        </p:nvGrpSpPr>
        <p:grpSpPr>
          <a:xfrm>
            <a:off x="2147748" y="1640702"/>
            <a:ext cx="1985267" cy="1426269"/>
            <a:chOff x="913804" y="761504"/>
            <a:chExt cx="2589596" cy="1752196"/>
          </a:xfrm>
        </p:grpSpPr>
        <p:sp>
          <p:nvSpPr>
            <p:cNvPr id="42" name="Google Shape;42;p7"/>
            <p:cNvSpPr/>
            <p:nvPr/>
          </p:nvSpPr>
          <p:spPr>
            <a:xfrm>
              <a:off x="913804" y="761504"/>
              <a:ext cx="2057400" cy="1219200"/>
            </a:xfrm>
            <a:prstGeom prst="rect">
              <a:avLst/>
            </a:prstGeom>
            <a:solidFill>
              <a:srgbClr val="3D85C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73"/>
                <a:t>Port Machete</a:t>
              </a:r>
              <a:endParaRPr sz="1073"/>
            </a:p>
          </p:txBody>
        </p:sp>
        <p:sp>
          <p:nvSpPr>
            <p:cNvPr id="43" name="Google Shape;43;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 name="Google Shape;45;p7"/>
          <p:cNvGrpSpPr/>
          <p:nvPr/>
        </p:nvGrpSpPr>
        <p:grpSpPr>
          <a:xfrm>
            <a:off x="8645923" y="1737101"/>
            <a:ext cx="2697476" cy="1825183"/>
            <a:chOff x="913804" y="761504"/>
            <a:chExt cx="2589596" cy="1752196"/>
          </a:xfrm>
        </p:grpSpPr>
        <p:sp>
          <p:nvSpPr>
            <p:cNvPr id="46" name="Google Shape;46;p7"/>
            <p:cNvSpPr/>
            <p:nvPr/>
          </p:nvSpPr>
          <p:spPr>
            <a:xfrm>
              <a:off x="913804" y="761504"/>
              <a:ext cx="2057400" cy="1219200"/>
            </a:xfrm>
            <a:prstGeom prst="rect">
              <a:avLst/>
            </a:prstGeom>
            <a:solidFill>
              <a:srgbClr val="3D85C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458"/>
                <a:t>Artificial Thundercano Hideout</a:t>
              </a:r>
              <a:endParaRPr sz="1458"/>
            </a:p>
          </p:txBody>
        </p:sp>
        <p:sp>
          <p:nvSpPr>
            <p:cNvPr id="47" name="Google Shape;47;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 name="Google Shape;49;p7"/>
          <p:cNvGrpSpPr/>
          <p:nvPr/>
        </p:nvGrpSpPr>
        <p:grpSpPr>
          <a:xfrm>
            <a:off x="3771345" y="1536839"/>
            <a:ext cx="1704214" cy="1212514"/>
            <a:chOff x="913804" y="761504"/>
            <a:chExt cx="2589596" cy="1752196"/>
          </a:xfrm>
        </p:grpSpPr>
        <p:sp>
          <p:nvSpPr>
            <p:cNvPr id="50" name="Google Shape;50;p7"/>
            <p:cNvSpPr/>
            <p:nvPr/>
          </p:nvSpPr>
          <p:spPr>
            <a:xfrm>
              <a:off x="913804" y="761504"/>
              <a:ext cx="8352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Pier</a:t>
              </a:r>
              <a:endParaRPr sz="921"/>
            </a:p>
          </p:txBody>
        </p:sp>
        <p:sp>
          <p:nvSpPr>
            <p:cNvPr id="51" name="Google Shape;51;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 name="Google Shape;53;p7"/>
          <p:cNvGrpSpPr/>
          <p:nvPr/>
        </p:nvGrpSpPr>
        <p:grpSpPr>
          <a:xfrm>
            <a:off x="3771345" y="2146439"/>
            <a:ext cx="1704249" cy="1212521"/>
            <a:chOff x="913804" y="761504"/>
            <a:chExt cx="2589596" cy="1752196"/>
          </a:xfrm>
        </p:grpSpPr>
        <p:sp>
          <p:nvSpPr>
            <p:cNvPr id="54" name="Google Shape;54;p7"/>
            <p:cNvSpPr/>
            <p:nvPr/>
          </p:nvSpPr>
          <p:spPr>
            <a:xfrm>
              <a:off x="913804" y="761504"/>
              <a:ext cx="1370100" cy="8391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Chimichanga's Monkey Laundry</a:t>
              </a:r>
              <a:endParaRPr sz="921"/>
            </a:p>
          </p:txBody>
        </p:sp>
        <p:sp>
          <p:nvSpPr>
            <p:cNvPr id="55" name="Google Shape;55;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 name="Google Shape;57;p7"/>
          <p:cNvGrpSpPr/>
          <p:nvPr/>
        </p:nvGrpSpPr>
        <p:grpSpPr>
          <a:xfrm>
            <a:off x="4890948" y="523077"/>
            <a:ext cx="1985267" cy="1426269"/>
            <a:chOff x="913804" y="761504"/>
            <a:chExt cx="2589596" cy="1752196"/>
          </a:xfrm>
        </p:grpSpPr>
        <p:sp>
          <p:nvSpPr>
            <p:cNvPr id="58" name="Google Shape;58;p7"/>
            <p:cNvSpPr/>
            <p:nvPr/>
          </p:nvSpPr>
          <p:spPr>
            <a:xfrm>
              <a:off x="913804" y="761504"/>
              <a:ext cx="2057400" cy="1219200"/>
            </a:xfrm>
            <a:prstGeom prst="rect">
              <a:avLst/>
            </a:prstGeom>
            <a:solidFill>
              <a:srgbClr val="3D85C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73"/>
                <a:t>Cirque du SoLame remnants</a:t>
              </a:r>
              <a:endParaRPr sz="1073"/>
            </a:p>
          </p:txBody>
        </p:sp>
        <p:sp>
          <p:nvSpPr>
            <p:cNvPr id="59" name="Google Shape;59;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 name="Google Shape;61;p7"/>
          <p:cNvGrpSpPr/>
          <p:nvPr/>
        </p:nvGrpSpPr>
        <p:grpSpPr>
          <a:xfrm>
            <a:off x="4884098" y="2039752"/>
            <a:ext cx="1985267" cy="1426269"/>
            <a:chOff x="913804" y="761504"/>
            <a:chExt cx="2589596" cy="1752196"/>
          </a:xfrm>
        </p:grpSpPr>
        <p:sp>
          <p:nvSpPr>
            <p:cNvPr id="62" name="Google Shape;62;p7"/>
            <p:cNvSpPr/>
            <p:nvPr/>
          </p:nvSpPr>
          <p:spPr>
            <a:xfrm>
              <a:off x="913804" y="761504"/>
              <a:ext cx="2057400" cy="1219200"/>
            </a:xfrm>
            <a:prstGeom prst="rect">
              <a:avLst/>
            </a:prstGeom>
            <a:solidFill>
              <a:srgbClr val="3D85C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73"/>
                <a:t>A Baby's Shack</a:t>
              </a:r>
              <a:endParaRPr sz="1073"/>
            </a:p>
          </p:txBody>
        </p:sp>
        <p:sp>
          <p:nvSpPr>
            <p:cNvPr id="63" name="Google Shape;63;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 name="Google Shape;65;p7"/>
          <p:cNvGrpSpPr/>
          <p:nvPr/>
        </p:nvGrpSpPr>
        <p:grpSpPr>
          <a:xfrm>
            <a:off x="4884098" y="3868552"/>
            <a:ext cx="1985267" cy="1426269"/>
            <a:chOff x="913804" y="761504"/>
            <a:chExt cx="2589596" cy="1752196"/>
          </a:xfrm>
        </p:grpSpPr>
        <p:sp>
          <p:nvSpPr>
            <p:cNvPr id="66" name="Google Shape;66;p7"/>
            <p:cNvSpPr/>
            <p:nvPr/>
          </p:nvSpPr>
          <p:spPr>
            <a:xfrm>
              <a:off x="913804" y="761504"/>
              <a:ext cx="2057400" cy="1219200"/>
            </a:xfrm>
            <a:prstGeom prst="rect">
              <a:avLst/>
            </a:prstGeom>
            <a:solidFill>
              <a:srgbClr val="3D85C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73"/>
                <a:t>Evil Deeds College</a:t>
              </a:r>
              <a:endParaRPr sz="1073"/>
            </a:p>
          </p:txBody>
        </p:sp>
        <p:sp>
          <p:nvSpPr>
            <p:cNvPr id="67" name="Google Shape;67;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 name="Google Shape;69;p7"/>
          <p:cNvGrpSpPr/>
          <p:nvPr/>
        </p:nvGrpSpPr>
        <p:grpSpPr>
          <a:xfrm>
            <a:off x="6514545" y="1740014"/>
            <a:ext cx="1704244" cy="1212514"/>
            <a:chOff x="913804" y="761504"/>
            <a:chExt cx="2589596" cy="1752196"/>
          </a:xfrm>
        </p:grpSpPr>
        <p:sp>
          <p:nvSpPr>
            <p:cNvPr id="70" name="Google Shape;70;p7"/>
            <p:cNvSpPr/>
            <p:nvPr/>
          </p:nvSpPr>
          <p:spPr>
            <a:xfrm>
              <a:off x="913804" y="761504"/>
              <a:ext cx="994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Frontyard</a:t>
              </a:r>
              <a:endParaRPr sz="921"/>
            </a:p>
          </p:txBody>
        </p:sp>
        <p:sp>
          <p:nvSpPr>
            <p:cNvPr id="71" name="Google Shape;71;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7"/>
          <p:cNvGrpSpPr/>
          <p:nvPr/>
        </p:nvGrpSpPr>
        <p:grpSpPr>
          <a:xfrm>
            <a:off x="6508671" y="819394"/>
            <a:ext cx="1704260" cy="1212515"/>
            <a:chOff x="913804" y="761504"/>
            <a:chExt cx="2589596" cy="1752196"/>
          </a:xfrm>
        </p:grpSpPr>
        <p:sp>
          <p:nvSpPr>
            <p:cNvPr id="74" name="Google Shape;74;p7"/>
            <p:cNvSpPr/>
            <p:nvPr/>
          </p:nvSpPr>
          <p:spPr>
            <a:xfrm>
              <a:off x="913804" y="761504"/>
              <a:ext cx="8352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Kiosk</a:t>
              </a:r>
              <a:endParaRPr sz="921"/>
            </a:p>
          </p:txBody>
        </p:sp>
        <p:sp>
          <p:nvSpPr>
            <p:cNvPr id="75" name="Google Shape;75;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 name="Google Shape;77;p7"/>
          <p:cNvGrpSpPr/>
          <p:nvPr/>
        </p:nvGrpSpPr>
        <p:grpSpPr>
          <a:xfrm>
            <a:off x="6514545" y="2349614"/>
            <a:ext cx="1704249" cy="1212514"/>
            <a:chOff x="913804" y="761504"/>
            <a:chExt cx="2589596" cy="1752196"/>
          </a:xfrm>
        </p:grpSpPr>
        <p:sp>
          <p:nvSpPr>
            <p:cNvPr id="78" name="Google Shape;78;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Dormroom</a:t>
              </a:r>
              <a:endParaRPr sz="921"/>
            </a:p>
          </p:txBody>
        </p:sp>
        <p:sp>
          <p:nvSpPr>
            <p:cNvPr id="79" name="Google Shape;79;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 name="Google Shape;81;p7"/>
          <p:cNvGrpSpPr/>
          <p:nvPr/>
        </p:nvGrpSpPr>
        <p:grpSpPr>
          <a:xfrm>
            <a:off x="6514545" y="2959239"/>
            <a:ext cx="1704249" cy="1212514"/>
            <a:chOff x="913804" y="761504"/>
            <a:chExt cx="2589596" cy="1752196"/>
          </a:xfrm>
        </p:grpSpPr>
        <p:sp>
          <p:nvSpPr>
            <p:cNvPr id="82" name="Google Shape;82;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Candy Vault</a:t>
              </a:r>
              <a:endParaRPr sz="921"/>
            </a:p>
          </p:txBody>
        </p:sp>
        <p:sp>
          <p:nvSpPr>
            <p:cNvPr id="83" name="Google Shape;83;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 name="Google Shape;85;p7"/>
          <p:cNvGrpSpPr/>
          <p:nvPr/>
        </p:nvGrpSpPr>
        <p:grpSpPr>
          <a:xfrm>
            <a:off x="6514545" y="3670439"/>
            <a:ext cx="1704249" cy="1212514"/>
            <a:chOff x="913804" y="761504"/>
            <a:chExt cx="2589596" cy="1752196"/>
          </a:xfrm>
        </p:grpSpPr>
        <p:sp>
          <p:nvSpPr>
            <p:cNvPr id="86" name="Google Shape;86;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Maniacal Laughter</a:t>
              </a:r>
              <a:endParaRPr sz="921"/>
            </a:p>
          </p:txBody>
        </p:sp>
        <p:sp>
          <p:nvSpPr>
            <p:cNvPr id="87" name="Google Shape;87;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7"/>
          <p:cNvGrpSpPr/>
          <p:nvPr/>
        </p:nvGrpSpPr>
        <p:grpSpPr>
          <a:xfrm>
            <a:off x="6508670" y="4273789"/>
            <a:ext cx="1704249" cy="1212514"/>
            <a:chOff x="913804" y="761504"/>
            <a:chExt cx="2589596" cy="1752196"/>
          </a:xfrm>
        </p:grpSpPr>
        <p:sp>
          <p:nvSpPr>
            <p:cNvPr id="90" name="Google Shape;90;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Kung FOOM!</a:t>
              </a:r>
              <a:endParaRPr sz="921"/>
            </a:p>
          </p:txBody>
        </p:sp>
        <p:sp>
          <p:nvSpPr>
            <p:cNvPr id="91" name="Google Shape;91;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 name="Google Shape;93;p7"/>
          <p:cNvGrpSpPr/>
          <p:nvPr/>
        </p:nvGrpSpPr>
        <p:grpSpPr>
          <a:xfrm>
            <a:off x="6508670" y="4883389"/>
            <a:ext cx="1704249" cy="1212514"/>
            <a:chOff x="913804" y="761504"/>
            <a:chExt cx="2589596" cy="1752196"/>
          </a:xfrm>
        </p:grpSpPr>
        <p:sp>
          <p:nvSpPr>
            <p:cNvPr id="94" name="Google Shape;94;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Diabolical Machines</a:t>
              </a:r>
              <a:endParaRPr sz="921"/>
            </a:p>
          </p:txBody>
        </p:sp>
        <p:sp>
          <p:nvSpPr>
            <p:cNvPr id="95" name="Google Shape;95;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 name="Google Shape;97;p7"/>
          <p:cNvGrpSpPr/>
          <p:nvPr/>
        </p:nvGrpSpPr>
        <p:grpSpPr>
          <a:xfrm>
            <a:off x="8540670" y="3156189"/>
            <a:ext cx="1704249" cy="1212514"/>
            <a:chOff x="913804" y="761504"/>
            <a:chExt cx="2589596" cy="1752196"/>
          </a:xfrm>
        </p:grpSpPr>
        <p:sp>
          <p:nvSpPr>
            <p:cNvPr id="98" name="Google Shape;98;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Entrance</a:t>
              </a:r>
              <a:endParaRPr sz="921"/>
            </a:p>
          </p:txBody>
        </p:sp>
        <p:sp>
          <p:nvSpPr>
            <p:cNvPr id="99" name="Google Shape;99;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 name="Google Shape;101;p7"/>
          <p:cNvGrpSpPr/>
          <p:nvPr/>
        </p:nvGrpSpPr>
        <p:grpSpPr>
          <a:xfrm>
            <a:off x="9353470" y="3156189"/>
            <a:ext cx="1704249" cy="1212514"/>
            <a:chOff x="913804" y="761504"/>
            <a:chExt cx="2589596" cy="1752196"/>
          </a:xfrm>
        </p:grpSpPr>
        <p:sp>
          <p:nvSpPr>
            <p:cNvPr id="102" name="Google Shape;102;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Announcer Booth</a:t>
              </a:r>
              <a:endParaRPr sz="921"/>
            </a:p>
          </p:txBody>
        </p:sp>
        <p:sp>
          <p:nvSpPr>
            <p:cNvPr id="103" name="Google Shape;103;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 name="Google Shape;105;p7"/>
          <p:cNvGrpSpPr/>
          <p:nvPr/>
        </p:nvGrpSpPr>
        <p:grpSpPr>
          <a:xfrm>
            <a:off x="10166270" y="3156189"/>
            <a:ext cx="1704249" cy="1212514"/>
            <a:chOff x="913804" y="761504"/>
            <a:chExt cx="2589596" cy="1752196"/>
          </a:xfrm>
        </p:grpSpPr>
        <p:sp>
          <p:nvSpPr>
            <p:cNvPr id="106" name="Google Shape;106;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Throne of Horrors Room</a:t>
              </a:r>
              <a:endParaRPr sz="921"/>
            </a:p>
          </p:txBody>
        </p:sp>
        <p:sp>
          <p:nvSpPr>
            <p:cNvPr id="107" name="Google Shape;107;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p:nvPr/>
        </p:nvSpPr>
        <p:spPr>
          <a:xfrm>
            <a:off x="3866824" y="2648427"/>
            <a:ext cx="677359" cy="5439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Bearded Lady</a:t>
            </a:r>
            <a:endParaRPr sz="885">
              <a:solidFill>
                <a:srgbClr val="FFFFFF"/>
              </a:solidFill>
            </a:endParaRPr>
          </a:p>
        </p:txBody>
      </p:sp>
      <p:sp>
        <p:nvSpPr>
          <p:cNvPr id="110" name="Google Shape;110;p7"/>
          <p:cNvSpPr/>
          <p:nvPr/>
        </p:nvSpPr>
        <p:spPr>
          <a:xfrm>
            <a:off x="7016424" y="514802"/>
            <a:ext cx="677352" cy="5439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Captain Dread</a:t>
            </a:r>
            <a:endParaRPr sz="885">
              <a:solidFill>
                <a:srgbClr val="FFFFFF"/>
              </a:solidFill>
            </a:endParaRPr>
          </a:p>
        </p:txBody>
      </p:sp>
      <p:sp>
        <p:nvSpPr>
          <p:cNvPr id="111" name="Google Shape;111;p7"/>
          <p:cNvSpPr/>
          <p:nvPr/>
        </p:nvSpPr>
        <p:spPr>
          <a:xfrm>
            <a:off x="7118024" y="2038802"/>
            <a:ext cx="677352" cy="5439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A Baby</a:t>
            </a:r>
            <a:endParaRPr sz="885">
              <a:solidFill>
                <a:srgbClr val="FFFFFF"/>
              </a:solidFill>
            </a:endParaRPr>
          </a:p>
        </p:txBody>
      </p:sp>
      <p:sp>
        <p:nvSpPr>
          <p:cNvPr id="112" name="Google Shape;112;p7"/>
          <p:cNvSpPr/>
          <p:nvPr/>
        </p:nvSpPr>
        <p:spPr>
          <a:xfrm>
            <a:off x="7219624" y="3562827"/>
            <a:ext cx="677352" cy="5439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Cutter McGreen</a:t>
            </a:r>
            <a:endParaRPr sz="885">
              <a:solidFill>
                <a:srgbClr val="FFFFFF"/>
              </a:solidFill>
            </a:endParaRPr>
          </a:p>
        </p:txBody>
      </p:sp>
      <p:sp>
        <p:nvSpPr>
          <p:cNvPr id="113" name="Google Shape;113;p7"/>
          <p:cNvSpPr/>
          <p:nvPr/>
        </p:nvSpPr>
        <p:spPr>
          <a:xfrm>
            <a:off x="7219624" y="4172427"/>
            <a:ext cx="677352" cy="5439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Bruise Li</a:t>
            </a:r>
            <a:endParaRPr sz="885">
              <a:solidFill>
                <a:srgbClr val="FFFFFF"/>
              </a:solidFill>
            </a:endParaRPr>
          </a:p>
        </p:txBody>
      </p:sp>
      <p:sp>
        <p:nvSpPr>
          <p:cNvPr id="114" name="Google Shape;114;p7"/>
          <p:cNvSpPr/>
          <p:nvPr/>
        </p:nvSpPr>
        <p:spPr>
          <a:xfrm>
            <a:off x="7219624" y="4782027"/>
            <a:ext cx="1057785" cy="4336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Mech-alomaniac</a:t>
            </a:r>
            <a:endParaRPr sz="885">
              <a:solidFill>
                <a:srgbClr val="FFFFFF"/>
              </a:solidFill>
            </a:endParaRPr>
          </a:p>
        </p:txBody>
      </p:sp>
      <p:sp>
        <p:nvSpPr>
          <p:cNvPr id="115" name="Google Shape;115;p7"/>
          <p:cNvSpPr/>
          <p:nvPr/>
        </p:nvSpPr>
        <p:spPr>
          <a:xfrm>
            <a:off x="8540424" y="3664427"/>
            <a:ext cx="677352" cy="5439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Spooch</a:t>
            </a:r>
            <a:endParaRPr sz="885">
              <a:solidFill>
                <a:srgbClr val="FFFFFF"/>
              </a:solidFill>
            </a:endParaRPr>
          </a:p>
        </p:txBody>
      </p:sp>
      <p:sp>
        <p:nvSpPr>
          <p:cNvPr id="116" name="Google Shape;116;p7"/>
          <p:cNvSpPr/>
          <p:nvPr/>
        </p:nvSpPr>
        <p:spPr>
          <a:xfrm>
            <a:off x="9353224" y="3664427"/>
            <a:ext cx="677352" cy="5439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Hightower</a:t>
            </a:r>
            <a:endParaRPr sz="885">
              <a:solidFill>
                <a:srgbClr val="FFFFFF"/>
              </a:solidFill>
            </a:endParaRPr>
          </a:p>
        </p:txBody>
      </p:sp>
      <p:sp>
        <p:nvSpPr>
          <p:cNvPr id="117" name="Google Shape;117;p7"/>
          <p:cNvSpPr/>
          <p:nvPr/>
        </p:nvSpPr>
        <p:spPr>
          <a:xfrm>
            <a:off x="9353224" y="4274026"/>
            <a:ext cx="818518" cy="4882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Ventriloquist</a:t>
            </a:r>
            <a:endParaRPr sz="885">
              <a:solidFill>
                <a:srgbClr val="FFFFFF"/>
              </a:solidFill>
            </a:endParaRPr>
          </a:p>
        </p:txBody>
      </p:sp>
      <p:sp>
        <p:nvSpPr>
          <p:cNvPr id="118" name="Google Shape;118;p7"/>
          <p:cNvSpPr/>
          <p:nvPr/>
        </p:nvSpPr>
        <p:spPr>
          <a:xfrm>
            <a:off x="10267624" y="3664427"/>
            <a:ext cx="677352" cy="5439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Lord Goat</a:t>
            </a:r>
            <a:endParaRPr sz="885">
              <a:solidFill>
                <a:srgbClr val="FFFFFF"/>
              </a:solidFill>
            </a:endParaRPr>
          </a:p>
        </p:txBody>
      </p:sp>
      <p:sp>
        <p:nvSpPr>
          <p:cNvPr id="119" name="Google Shape;119;p7"/>
          <p:cNvSpPr/>
          <p:nvPr/>
        </p:nvSpPr>
        <p:spPr>
          <a:xfrm>
            <a:off x="3866824" y="1124426"/>
            <a:ext cx="772051" cy="597497"/>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The Mariachi Commando</a:t>
            </a:r>
            <a:endParaRPr sz="885">
              <a:solidFill>
                <a:srgbClr val="FFFFFF"/>
              </a:solidFill>
            </a:endParaRPr>
          </a:p>
        </p:txBody>
      </p:sp>
      <p:grpSp>
        <p:nvGrpSpPr>
          <p:cNvPr id="120" name="Google Shape;120;p7"/>
          <p:cNvGrpSpPr/>
          <p:nvPr/>
        </p:nvGrpSpPr>
        <p:grpSpPr>
          <a:xfrm>
            <a:off x="6508670" y="5492989"/>
            <a:ext cx="1704249" cy="1212514"/>
            <a:chOff x="913804" y="761504"/>
            <a:chExt cx="2589596" cy="1752196"/>
          </a:xfrm>
        </p:grpSpPr>
        <p:sp>
          <p:nvSpPr>
            <p:cNvPr id="121" name="Google Shape;121;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Rector's Office</a:t>
              </a:r>
              <a:endParaRPr sz="921"/>
            </a:p>
          </p:txBody>
        </p:sp>
        <p:sp>
          <p:nvSpPr>
            <p:cNvPr id="122" name="Google Shape;122;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 name="Google Shape;124;p7"/>
          <p:cNvGrpSpPr/>
          <p:nvPr/>
        </p:nvGrpSpPr>
        <p:grpSpPr>
          <a:xfrm>
            <a:off x="719620" y="1536689"/>
            <a:ext cx="1704233" cy="1212514"/>
            <a:chOff x="913804" y="761504"/>
            <a:chExt cx="2589596" cy="1752196"/>
          </a:xfrm>
        </p:grpSpPr>
        <p:sp>
          <p:nvSpPr>
            <p:cNvPr id="125" name="Google Shape;125;p7"/>
            <p:cNvSpPr/>
            <p:nvPr/>
          </p:nvSpPr>
          <p:spPr>
            <a:xfrm>
              <a:off x="913804" y="761504"/>
              <a:ext cx="1063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Navigation Room</a:t>
              </a:r>
              <a:endParaRPr sz="921"/>
            </a:p>
          </p:txBody>
        </p:sp>
        <p:sp>
          <p:nvSpPr>
            <p:cNvPr id="126" name="Google Shape;126;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 name="Google Shape;128;p7"/>
          <p:cNvSpPr/>
          <p:nvPr/>
        </p:nvSpPr>
        <p:spPr>
          <a:xfrm>
            <a:off x="1224849" y="1129602"/>
            <a:ext cx="677359" cy="5439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Nihongo Nohondes</a:t>
            </a:r>
            <a:endParaRPr sz="885">
              <a:solidFill>
                <a:srgbClr val="FFFFFF"/>
              </a:solidFill>
            </a:endParaRPr>
          </a:p>
        </p:txBody>
      </p:sp>
      <p:grpSp>
        <p:nvGrpSpPr>
          <p:cNvPr id="129" name="Google Shape;129;p7"/>
          <p:cNvGrpSpPr/>
          <p:nvPr/>
        </p:nvGrpSpPr>
        <p:grpSpPr>
          <a:xfrm>
            <a:off x="4883070" y="5492989"/>
            <a:ext cx="1704249" cy="1212514"/>
            <a:chOff x="913804" y="761504"/>
            <a:chExt cx="2589596" cy="1752196"/>
          </a:xfrm>
        </p:grpSpPr>
        <p:sp>
          <p:nvSpPr>
            <p:cNvPr id="130" name="Google Shape;130;p7"/>
            <p:cNvSpPr/>
            <p:nvPr/>
          </p:nvSpPr>
          <p:spPr>
            <a:xfrm>
              <a:off x="913804" y="761504"/>
              <a:ext cx="1069800" cy="759600"/>
            </a:xfrm>
            <a:prstGeom prst="rect">
              <a:avLst/>
            </a:prstGeom>
            <a:solidFill>
              <a:srgbClr val="FFD966"/>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21"/>
                <a:t>Rector's Dorm</a:t>
              </a:r>
              <a:endParaRPr sz="921"/>
            </a:p>
          </p:txBody>
        </p:sp>
        <p:sp>
          <p:nvSpPr>
            <p:cNvPr id="131" name="Google Shape;131;p7"/>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7"/>
          <p:cNvSpPr/>
          <p:nvPr/>
        </p:nvSpPr>
        <p:spPr>
          <a:xfrm>
            <a:off x="5492424" y="5696402"/>
            <a:ext cx="578327" cy="433672"/>
          </a:xfrm>
          <a:prstGeom prst="flowChartAlternateProcess">
            <a:avLst/>
          </a:prstGeom>
          <a:solidFill>
            <a:srgbClr val="990000"/>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85">
                <a:solidFill>
                  <a:srgbClr val="FFFFFF"/>
                </a:solidFill>
              </a:rPr>
              <a:t>Rector</a:t>
            </a:r>
            <a:endParaRPr sz="885">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nvSpPr>
        <p:spPr>
          <a:xfrm>
            <a:off x="609600" y="101600"/>
            <a:ext cx="4977675" cy="885225"/>
          </a:xfrm>
          <a:prstGeom prst="rect">
            <a:avLst/>
          </a:prstGeom>
          <a:noFill/>
          <a:ln>
            <a:noFill/>
          </a:ln>
        </p:spPr>
        <p:txBody>
          <a:bodyPr anchorCtr="0" anchor="t" bIns="38100" lIns="38100" spcFirstLastPara="1" rIns="38100" wrap="square" tIns="38100">
            <a:noAutofit/>
          </a:bodyPr>
          <a:lstStyle/>
          <a:p>
            <a:pPr indent="0" lvl="0" marL="0" rtl="0" algn="ctr">
              <a:lnSpc>
                <a:spcPct val="100000"/>
              </a:lnSpc>
              <a:spcBef>
                <a:spcPts val="0"/>
              </a:spcBef>
              <a:spcAft>
                <a:spcPts val="0"/>
              </a:spcAft>
              <a:buNone/>
            </a:pPr>
            <a:r>
              <a:rPr lang="en-US" sz="2667">
                <a:solidFill>
                  <a:srgbClr val="000000"/>
                </a:solidFill>
                <a:latin typeface="Arial"/>
                <a:ea typeface="Arial"/>
                <a:cs typeface="Arial"/>
                <a:sym typeface="Arial"/>
              </a:rPr>
              <a:t>Substampede Tasks</a:t>
            </a:r>
            <a:endParaRPr sz="2667">
              <a:solidFill>
                <a:srgbClr val="000000"/>
              </a:solidFill>
              <a:latin typeface="Arial"/>
              <a:ea typeface="Arial"/>
              <a:cs typeface="Arial"/>
              <a:sym typeface="Arial"/>
            </a:endParaRPr>
          </a:p>
          <a:p>
            <a:pPr indent="0" lvl="0" marL="0" rtl="0" algn="ctr">
              <a:lnSpc>
                <a:spcPct val="100000"/>
              </a:lnSpc>
              <a:spcBef>
                <a:spcPts val="0"/>
              </a:spcBef>
              <a:spcAft>
                <a:spcPts val="0"/>
              </a:spcAft>
              <a:buNone/>
            </a:pPr>
            <a:r>
              <a:t/>
            </a:r>
            <a:endParaRPr sz="2667">
              <a:solidFill>
                <a:srgbClr val="000000"/>
              </a:solidFill>
              <a:latin typeface="Arial"/>
              <a:ea typeface="Arial"/>
              <a:cs typeface="Arial"/>
              <a:sym typeface="Arial"/>
            </a:endParaRPr>
          </a:p>
        </p:txBody>
      </p:sp>
      <p:grpSp>
        <p:nvGrpSpPr>
          <p:cNvPr id="139" name="Google Shape;139;p8"/>
          <p:cNvGrpSpPr/>
          <p:nvPr/>
        </p:nvGrpSpPr>
        <p:grpSpPr>
          <a:xfrm>
            <a:off x="310233" y="931128"/>
            <a:ext cx="2477883" cy="1549088"/>
            <a:chOff x="913804" y="761504"/>
            <a:chExt cx="2589596" cy="1752196"/>
          </a:xfrm>
        </p:grpSpPr>
        <p:sp>
          <p:nvSpPr>
            <p:cNvPr id="140" name="Google Shape;140;p8"/>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Repair pedal</a:t>
              </a:r>
              <a:endParaRPr sz="1238"/>
            </a:p>
          </p:txBody>
        </p:sp>
        <p:sp>
          <p:nvSpPr>
            <p:cNvPr id="141" name="Google Shape;141;p8"/>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 name="Google Shape;143;p8"/>
          <p:cNvGrpSpPr/>
          <p:nvPr/>
        </p:nvGrpSpPr>
        <p:grpSpPr>
          <a:xfrm>
            <a:off x="322458" y="1946803"/>
            <a:ext cx="2477883" cy="1549088"/>
            <a:chOff x="913804" y="761504"/>
            <a:chExt cx="2589596" cy="1752196"/>
          </a:xfrm>
        </p:grpSpPr>
        <p:sp>
          <p:nvSpPr>
            <p:cNvPr id="144" name="Google Shape;144;p8"/>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Find da Vinci's Perpetual Movement Machine blueprint</a:t>
              </a:r>
              <a:endParaRPr sz="1238"/>
            </a:p>
          </p:txBody>
        </p:sp>
        <p:sp>
          <p:nvSpPr>
            <p:cNvPr id="145" name="Google Shape;145;p8"/>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8"/>
          <p:cNvSpPr/>
          <p:nvPr/>
        </p:nvSpPr>
        <p:spPr>
          <a:xfrm flipH="1" rot="10800000">
            <a:off x="1022350" y="15303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148" name="Google Shape;148;p8"/>
          <p:cNvGrpSpPr/>
          <p:nvPr/>
        </p:nvGrpSpPr>
        <p:grpSpPr>
          <a:xfrm>
            <a:off x="313918" y="2954824"/>
            <a:ext cx="2477893" cy="1549080"/>
            <a:chOff x="913804" y="761504"/>
            <a:chExt cx="2589596" cy="1752196"/>
          </a:xfrm>
        </p:grpSpPr>
        <p:sp>
          <p:nvSpPr>
            <p:cNvPr id="149" name="Google Shape;149;p8"/>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Enter Captain's Room</a:t>
              </a:r>
              <a:endParaRPr sz="1238"/>
            </a:p>
          </p:txBody>
        </p:sp>
        <p:sp>
          <p:nvSpPr>
            <p:cNvPr id="150" name="Google Shape;150;p8"/>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 name="Google Shape;152;p8"/>
          <p:cNvSpPr/>
          <p:nvPr/>
        </p:nvSpPr>
        <p:spPr>
          <a:xfrm flipH="1" rot="10800000">
            <a:off x="1022350" y="25463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153" name="Google Shape;153;p8"/>
          <p:cNvGrpSpPr/>
          <p:nvPr/>
        </p:nvGrpSpPr>
        <p:grpSpPr>
          <a:xfrm>
            <a:off x="313918" y="3970824"/>
            <a:ext cx="2477893" cy="1549080"/>
            <a:chOff x="913804" y="761504"/>
            <a:chExt cx="2589596" cy="1752196"/>
          </a:xfrm>
        </p:grpSpPr>
        <p:sp>
          <p:nvSpPr>
            <p:cNvPr id="154" name="Google Shape;154;p8"/>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Find tools: bag of hammers, portrait stand, glue, helm</a:t>
              </a:r>
              <a:endParaRPr sz="1238"/>
            </a:p>
          </p:txBody>
        </p:sp>
        <p:sp>
          <p:nvSpPr>
            <p:cNvPr id="155" name="Google Shape;155;p8"/>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 name="Google Shape;157;p8"/>
          <p:cNvSpPr/>
          <p:nvPr/>
        </p:nvSpPr>
        <p:spPr>
          <a:xfrm flipH="1" rot="10800000">
            <a:off x="1022350" y="35623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158" name="Google Shape;158;p8"/>
          <p:cNvGrpSpPr/>
          <p:nvPr/>
        </p:nvGrpSpPr>
        <p:grpSpPr>
          <a:xfrm>
            <a:off x="313908" y="4986803"/>
            <a:ext cx="2477883" cy="1549088"/>
            <a:chOff x="913804" y="761504"/>
            <a:chExt cx="2589596" cy="1752196"/>
          </a:xfrm>
        </p:grpSpPr>
        <p:sp>
          <p:nvSpPr>
            <p:cNvPr id="159" name="Google Shape;159;p8"/>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Assemble da Vinci's Perpetual Movement Machine</a:t>
              </a:r>
              <a:endParaRPr sz="1238"/>
            </a:p>
          </p:txBody>
        </p:sp>
        <p:sp>
          <p:nvSpPr>
            <p:cNvPr id="160" name="Google Shape;160;p8"/>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p8"/>
          <p:cNvSpPr/>
          <p:nvPr/>
        </p:nvSpPr>
        <p:spPr>
          <a:xfrm flipH="1" rot="10800000">
            <a:off x="1022350" y="4578325"/>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163" name="Google Shape;163;p8"/>
          <p:cNvGrpSpPr/>
          <p:nvPr/>
        </p:nvGrpSpPr>
        <p:grpSpPr>
          <a:xfrm>
            <a:off x="322458" y="6010778"/>
            <a:ext cx="2477898" cy="1549083"/>
            <a:chOff x="913804" y="761504"/>
            <a:chExt cx="2589596" cy="1752196"/>
          </a:xfrm>
        </p:grpSpPr>
        <p:sp>
          <p:nvSpPr>
            <p:cNvPr id="164" name="Google Shape;164;p8"/>
            <p:cNvSpPr/>
            <p:nvPr/>
          </p:nvSpPr>
          <p:spPr>
            <a:xfrm>
              <a:off x="913804" y="761504"/>
              <a:ext cx="2053800" cy="10647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Connect da Vinci's Perpetual Movement Machine to the Substampede's pedal system</a:t>
              </a:r>
              <a:endParaRPr sz="1238"/>
            </a:p>
          </p:txBody>
        </p:sp>
        <p:sp>
          <p:nvSpPr>
            <p:cNvPr id="165" name="Google Shape;165;p8"/>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 name="Google Shape;167;p8"/>
          <p:cNvSpPr/>
          <p:nvPr/>
        </p:nvSpPr>
        <p:spPr>
          <a:xfrm flipH="1" rot="10800000">
            <a:off x="1022350" y="5594325"/>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168" name="Google Shape;168;p8"/>
          <p:cNvSpPr txBox="1"/>
          <p:nvPr/>
        </p:nvSpPr>
        <p:spPr>
          <a:xfrm>
            <a:off x="4572000" y="914400"/>
            <a:ext cx="5212375" cy="45720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Ruppert´s pedal breaks, Nihongo Nohondes walks to the end of the sub to find it and remains there</a:t>
            </a:r>
            <a:endParaRPr sz="1333">
              <a:solidFill>
                <a:srgbClr val="000000"/>
              </a:solidFill>
              <a:latin typeface="Arial"/>
              <a:ea typeface="Arial"/>
              <a:cs typeface="Arial"/>
              <a:sym typeface="Arial"/>
            </a:endParaRPr>
          </a:p>
        </p:txBody>
      </p:sp>
      <p:sp>
        <p:nvSpPr>
          <p:cNvPr id="169" name="Google Shape;169;p8"/>
          <p:cNvSpPr txBox="1"/>
          <p:nvPr/>
        </p:nvSpPr>
        <p:spPr>
          <a:xfrm>
            <a:off x="4572000" y="1828800"/>
            <a:ext cx="5212375" cy="708675"/>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Only interactive object in the room is a paper on the floor. da Vinci's blueprint for his Perpetual Movement Machine (http://www.rlt.com/14100).</a:t>
            </a:r>
            <a:endParaRPr sz="1333">
              <a:solidFill>
                <a:srgbClr val="000000"/>
              </a:solidFill>
              <a:latin typeface="Arial"/>
              <a:ea typeface="Arial"/>
              <a:cs typeface="Arial"/>
              <a:sym typeface="Arial"/>
            </a:endParaRPr>
          </a:p>
        </p:txBody>
      </p:sp>
      <p:grpSp>
        <p:nvGrpSpPr>
          <p:cNvPr id="170" name="Google Shape;170;p8"/>
          <p:cNvGrpSpPr/>
          <p:nvPr/>
        </p:nvGrpSpPr>
        <p:grpSpPr>
          <a:xfrm>
            <a:off x="2955508" y="6206003"/>
            <a:ext cx="2477883" cy="1549088"/>
            <a:chOff x="913804" y="761504"/>
            <a:chExt cx="2589596" cy="1752196"/>
          </a:xfrm>
        </p:grpSpPr>
        <p:sp>
          <p:nvSpPr>
            <p:cNvPr id="171" name="Google Shape;171;p8"/>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Crash into Port Machete</a:t>
              </a:r>
              <a:endParaRPr sz="1238"/>
            </a:p>
          </p:txBody>
        </p:sp>
        <p:sp>
          <p:nvSpPr>
            <p:cNvPr id="172" name="Google Shape;172;p8"/>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 name="Google Shape;174;p8"/>
          <p:cNvSpPr/>
          <p:nvPr/>
        </p:nvSpPr>
        <p:spPr>
          <a:xfrm>
            <a:off x="2452511" y="1428067"/>
            <a:ext cx="1919103" cy="0"/>
          </a:xfrm>
          <a:prstGeom prst="straightConnector1">
            <a:avLst/>
          </a:prstGeom>
          <a:noFill/>
          <a:ln cap="flat" cmpd="sng" w="19050">
            <a:solidFill>
              <a:srgbClr val="073763"/>
            </a:solidFill>
            <a:prstDash val="solid"/>
            <a:round/>
            <a:headEnd len="med" w="med" type="none"/>
            <a:tailEnd len="med" w="med" type="triangle"/>
          </a:ln>
        </p:spPr>
      </p:sp>
      <p:sp>
        <p:nvSpPr>
          <p:cNvPr id="175" name="Google Shape;175;p8"/>
          <p:cNvSpPr/>
          <p:nvPr/>
        </p:nvSpPr>
        <p:spPr>
          <a:xfrm>
            <a:off x="2452511" y="2444067"/>
            <a:ext cx="1919103" cy="0"/>
          </a:xfrm>
          <a:prstGeom prst="straightConnector1">
            <a:avLst/>
          </a:prstGeom>
          <a:noFill/>
          <a:ln cap="flat" cmpd="sng" w="19050">
            <a:solidFill>
              <a:srgbClr val="073763"/>
            </a:solidFill>
            <a:prstDash val="solid"/>
            <a:round/>
            <a:headEnd len="med" w="med" type="none"/>
            <a:tailEnd len="med" w="med" type="triangle"/>
          </a:ln>
        </p:spPr>
      </p:sp>
      <p:sp>
        <p:nvSpPr>
          <p:cNvPr id="176" name="Google Shape;176;p8"/>
          <p:cNvSpPr/>
          <p:nvPr/>
        </p:nvSpPr>
        <p:spPr>
          <a:xfrm>
            <a:off x="2346721" y="6309096"/>
            <a:ext cx="554669" cy="396545"/>
          </a:xfrm>
          <a:prstGeom prst="rightArrow">
            <a:avLst>
              <a:gd fmla="val 50000" name="adj1"/>
              <a:gd fmla="val 50000"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2554111" y="4476067"/>
            <a:ext cx="1919103" cy="0"/>
          </a:xfrm>
          <a:prstGeom prst="straightConnector1">
            <a:avLst/>
          </a:prstGeom>
          <a:noFill/>
          <a:ln cap="flat" cmpd="sng" w="19050">
            <a:solidFill>
              <a:srgbClr val="073763"/>
            </a:solidFill>
            <a:prstDash val="solid"/>
            <a:round/>
            <a:headEnd len="med" w="med" type="none"/>
            <a:tailEnd len="med" w="med" type="triangle"/>
          </a:ln>
        </p:spPr>
      </p:sp>
      <p:sp>
        <p:nvSpPr>
          <p:cNvPr id="178" name="Google Shape;178;p8"/>
          <p:cNvSpPr txBox="1"/>
          <p:nvPr/>
        </p:nvSpPr>
        <p:spPr>
          <a:xfrm>
            <a:off x="4673600" y="3860800"/>
            <a:ext cx="5212375" cy="577025"/>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Only 3 interactive objects in room(complete disorder): required ones to build Perpetual Movement Machine.</a:t>
            </a:r>
            <a:endParaRPr sz="1333">
              <a:solidFill>
                <a:srgbClr val="000000"/>
              </a:solidFill>
              <a:latin typeface="Arial"/>
              <a:ea typeface="Arial"/>
              <a:cs typeface="Arial"/>
              <a:sym typeface="Arial"/>
            </a:endParaRPr>
          </a:p>
        </p:txBody>
      </p:sp>
      <p:sp>
        <p:nvSpPr>
          <p:cNvPr id="179" name="Google Shape;179;p8"/>
          <p:cNvSpPr/>
          <p:nvPr/>
        </p:nvSpPr>
        <p:spPr>
          <a:xfrm>
            <a:off x="4992511" y="6711266"/>
            <a:ext cx="1919103" cy="0"/>
          </a:xfrm>
          <a:prstGeom prst="straightConnector1">
            <a:avLst/>
          </a:prstGeom>
          <a:noFill/>
          <a:ln cap="flat" cmpd="sng" w="19050">
            <a:solidFill>
              <a:srgbClr val="073763"/>
            </a:solidFill>
            <a:prstDash val="solid"/>
            <a:round/>
            <a:headEnd len="med" w="med" type="none"/>
            <a:tailEnd len="med" w="med" type="triangle"/>
          </a:ln>
        </p:spPr>
      </p:sp>
      <p:sp>
        <p:nvSpPr>
          <p:cNvPr id="180" name="Google Shape;180;p8"/>
          <p:cNvSpPr txBox="1"/>
          <p:nvPr/>
        </p:nvSpPr>
        <p:spPr>
          <a:xfrm>
            <a:off x="6909775" y="5690375"/>
            <a:ext cx="2935750" cy="1511875"/>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600">
                <a:solidFill>
                  <a:srgbClr val="000000"/>
                </a:solidFill>
                <a:latin typeface="Arial"/>
                <a:ea typeface="Arial"/>
                <a:cs typeface="Arial"/>
                <a:sym typeface="Arial"/>
              </a:rPr>
              <a:t>Once the Perpetual Movement Machine is installed, sub goes full speed (supersonic sound effect). Sub crashes into port due to its impossibility to break.</a:t>
            </a:r>
            <a:endParaRPr sz="16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9"/>
          <p:cNvSpPr txBox="1"/>
          <p:nvPr/>
        </p:nvSpPr>
        <p:spPr>
          <a:xfrm>
            <a:off x="819000" y="252550"/>
            <a:ext cx="7698250" cy="7640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2667">
                <a:solidFill>
                  <a:srgbClr val="000000"/>
                </a:solidFill>
                <a:latin typeface="Arial"/>
                <a:ea typeface="Arial"/>
                <a:cs typeface="Arial"/>
                <a:sym typeface="Arial"/>
              </a:rPr>
              <a:t>Cap'n Dread's First Task: Steal Candy from A Baby</a:t>
            </a:r>
            <a:endParaRPr sz="2667">
              <a:solidFill>
                <a:srgbClr val="000000"/>
              </a:solidFill>
              <a:latin typeface="Arial"/>
              <a:ea typeface="Arial"/>
              <a:cs typeface="Arial"/>
              <a:sym typeface="Arial"/>
            </a:endParaRPr>
          </a:p>
        </p:txBody>
      </p:sp>
      <p:grpSp>
        <p:nvGrpSpPr>
          <p:cNvPr id="186" name="Google Shape;186;p9"/>
          <p:cNvGrpSpPr/>
          <p:nvPr/>
        </p:nvGrpSpPr>
        <p:grpSpPr>
          <a:xfrm>
            <a:off x="525643" y="829199"/>
            <a:ext cx="2477893" cy="1549080"/>
            <a:chOff x="913804" y="761504"/>
            <a:chExt cx="2589596" cy="1752196"/>
          </a:xfrm>
        </p:grpSpPr>
        <p:sp>
          <p:nvSpPr>
            <p:cNvPr id="187" name="Google Shape;187;p9"/>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Go to A Baby's Shack</a:t>
              </a:r>
              <a:endParaRPr sz="1238"/>
            </a:p>
          </p:txBody>
        </p:sp>
        <p:sp>
          <p:nvSpPr>
            <p:cNvPr id="188" name="Google Shape;188;p9"/>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 name="Google Shape;190;p9"/>
          <p:cNvGrpSpPr/>
          <p:nvPr/>
        </p:nvGrpSpPr>
        <p:grpSpPr>
          <a:xfrm>
            <a:off x="517118" y="1735599"/>
            <a:ext cx="2477893" cy="1549080"/>
            <a:chOff x="913804" y="761504"/>
            <a:chExt cx="2589596" cy="1752196"/>
          </a:xfrm>
        </p:grpSpPr>
        <p:sp>
          <p:nvSpPr>
            <p:cNvPr id="191" name="Google Shape;191;p9"/>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Find a way in</a:t>
              </a:r>
              <a:endParaRPr sz="1238"/>
            </a:p>
          </p:txBody>
        </p:sp>
        <p:sp>
          <p:nvSpPr>
            <p:cNvPr id="192" name="Google Shape;192;p9"/>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9"/>
          <p:cNvGrpSpPr/>
          <p:nvPr/>
        </p:nvGrpSpPr>
        <p:grpSpPr>
          <a:xfrm>
            <a:off x="517118" y="2650024"/>
            <a:ext cx="2477893" cy="1549080"/>
            <a:chOff x="913804" y="761504"/>
            <a:chExt cx="2589596" cy="1752196"/>
          </a:xfrm>
        </p:grpSpPr>
        <p:sp>
          <p:nvSpPr>
            <p:cNvPr id="195" name="Google Shape;195;p9"/>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Find the Candy Vault</a:t>
              </a:r>
              <a:endParaRPr sz="1238"/>
            </a:p>
          </p:txBody>
        </p:sp>
        <p:sp>
          <p:nvSpPr>
            <p:cNvPr id="196" name="Google Shape;196;p9"/>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9"/>
          <p:cNvGrpSpPr/>
          <p:nvPr/>
        </p:nvGrpSpPr>
        <p:grpSpPr>
          <a:xfrm>
            <a:off x="517118" y="3666024"/>
            <a:ext cx="2477893" cy="1549080"/>
            <a:chOff x="913804" y="761504"/>
            <a:chExt cx="2589596" cy="1752196"/>
          </a:xfrm>
        </p:grpSpPr>
        <p:sp>
          <p:nvSpPr>
            <p:cNvPr id="199" name="Google Shape;199;p9"/>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Collect A Baby's DNA sample</a:t>
              </a:r>
              <a:endParaRPr sz="1238"/>
            </a:p>
          </p:txBody>
        </p:sp>
        <p:sp>
          <p:nvSpPr>
            <p:cNvPr id="200" name="Google Shape;200;p9"/>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 name="Google Shape;202;p9"/>
          <p:cNvGrpSpPr/>
          <p:nvPr/>
        </p:nvGrpSpPr>
        <p:grpSpPr>
          <a:xfrm>
            <a:off x="525658" y="4588403"/>
            <a:ext cx="2477883" cy="1549088"/>
            <a:chOff x="913804" y="761504"/>
            <a:chExt cx="2589596" cy="1752196"/>
          </a:xfrm>
        </p:grpSpPr>
        <p:sp>
          <p:nvSpPr>
            <p:cNvPr id="203" name="Google Shape;203;p9"/>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Open first Candy Vault</a:t>
              </a:r>
              <a:endParaRPr sz="1238"/>
            </a:p>
          </p:txBody>
        </p:sp>
        <p:sp>
          <p:nvSpPr>
            <p:cNvPr id="204" name="Google Shape;204;p9"/>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9"/>
          <p:cNvGrpSpPr/>
          <p:nvPr/>
        </p:nvGrpSpPr>
        <p:grpSpPr>
          <a:xfrm>
            <a:off x="3057118" y="6409224"/>
            <a:ext cx="2477893" cy="1549080"/>
            <a:chOff x="913804" y="761504"/>
            <a:chExt cx="2589596" cy="1752196"/>
          </a:xfrm>
        </p:grpSpPr>
        <p:sp>
          <p:nvSpPr>
            <p:cNvPr id="207" name="Google Shape;207;p9"/>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Steal Precious Candy</a:t>
              </a:r>
              <a:endParaRPr sz="1238"/>
            </a:p>
          </p:txBody>
        </p:sp>
        <p:sp>
          <p:nvSpPr>
            <p:cNvPr id="208" name="Google Shape;208;p9"/>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 name="Google Shape;210;p9"/>
          <p:cNvSpPr/>
          <p:nvPr/>
        </p:nvSpPr>
        <p:spPr>
          <a:xfrm flipH="1" rot="10800000">
            <a:off x="1225550" y="1327125"/>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211" name="Google Shape;211;p9"/>
          <p:cNvSpPr/>
          <p:nvPr/>
        </p:nvSpPr>
        <p:spPr>
          <a:xfrm flipH="1" rot="10800000">
            <a:off x="1225550" y="2241525"/>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212" name="Google Shape;212;p9"/>
          <p:cNvSpPr/>
          <p:nvPr/>
        </p:nvSpPr>
        <p:spPr>
          <a:xfrm flipH="1" rot="10800000">
            <a:off x="1225550" y="32575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213" name="Google Shape;213;p9"/>
          <p:cNvSpPr/>
          <p:nvPr/>
        </p:nvSpPr>
        <p:spPr>
          <a:xfrm flipH="1" rot="10800000">
            <a:off x="1225550" y="41719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214" name="Google Shape;214;p9"/>
          <p:cNvSpPr/>
          <p:nvPr/>
        </p:nvSpPr>
        <p:spPr>
          <a:xfrm flipH="1" rot="10800000">
            <a:off x="1225550" y="50863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215" name="Google Shape;215;p9"/>
          <p:cNvSpPr txBox="1"/>
          <p:nvPr/>
        </p:nvSpPr>
        <p:spPr>
          <a:xfrm>
            <a:off x="4775200" y="818800"/>
            <a:ext cx="5222325" cy="7422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Wrecking yard. Mountain of rusty cars and metallic junk next to abandoned wooden hut.</a:t>
            </a:r>
            <a:endParaRPr sz="1333">
              <a:solidFill>
                <a:srgbClr val="000000"/>
              </a:solidFill>
              <a:latin typeface="Arial"/>
              <a:ea typeface="Arial"/>
              <a:cs typeface="Arial"/>
              <a:sym typeface="Arial"/>
            </a:endParaRPr>
          </a:p>
        </p:txBody>
      </p:sp>
      <p:sp>
        <p:nvSpPr>
          <p:cNvPr id="216" name="Google Shape;216;p9"/>
          <p:cNvSpPr txBox="1"/>
          <p:nvPr/>
        </p:nvSpPr>
        <p:spPr>
          <a:xfrm>
            <a:off x="4775200" y="5384775"/>
            <a:ext cx="5212375" cy="8857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Ultra high tech vault, contrasts with abandonment of setting. Has a keypad smeared with chocolate fingertips, tho the order is not given away by such marks. The correct order of the password sounds like Funky Town. There's a Funky Town poster in A Baby's room.</a:t>
            </a:r>
            <a:endParaRPr sz="1333">
              <a:solidFill>
                <a:srgbClr val="000000"/>
              </a:solidFill>
              <a:latin typeface="Arial"/>
              <a:ea typeface="Arial"/>
              <a:cs typeface="Arial"/>
              <a:sym typeface="Arial"/>
            </a:endParaRPr>
          </a:p>
        </p:txBody>
      </p:sp>
      <p:sp>
        <p:nvSpPr>
          <p:cNvPr id="217" name="Google Shape;217;p9"/>
          <p:cNvSpPr txBox="1"/>
          <p:nvPr/>
        </p:nvSpPr>
        <p:spPr>
          <a:xfrm>
            <a:off x="4775200" y="1297775"/>
            <a:ext cx="5172575" cy="1290525"/>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Rupert builds a complex tunnel boring machine using the following items: fence, metal bars, purlins, gas welding torch, duct tape.</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Once activated, machine digs a hole to enter hut. Machine goes out of control. Stop lever breaks. Machine hits septic tank. Jet propulses Rupert out of tunnel. Rupert lands over "unwelcome" door mat. Key was all along under mat. </a:t>
            </a:r>
            <a:endParaRPr sz="1333">
              <a:solidFill>
                <a:srgbClr val="000000"/>
              </a:solidFill>
              <a:latin typeface="Arial"/>
              <a:ea typeface="Arial"/>
              <a:cs typeface="Arial"/>
              <a:sym typeface="Arial"/>
            </a:endParaRPr>
          </a:p>
        </p:txBody>
      </p:sp>
      <p:sp>
        <p:nvSpPr>
          <p:cNvPr id="218" name="Google Shape;218;p9"/>
          <p:cNvSpPr/>
          <p:nvPr/>
        </p:nvSpPr>
        <p:spPr>
          <a:xfrm>
            <a:off x="2655711" y="1326442"/>
            <a:ext cx="1919103" cy="0"/>
          </a:xfrm>
          <a:prstGeom prst="straightConnector1">
            <a:avLst/>
          </a:prstGeom>
          <a:noFill/>
          <a:ln cap="flat" cmpd="sng" w="19050">
            <a:solidFill>
              <a:srgbClr val="073763"/>
            </a:solidFill>
            <a:prstDash val="solid"/>
            <a:round/>
            <a:headEnd len="med" w="med" type="none"/>
            <a:tailEnd len="med" w="med" type="triangle"/>
          </a:ln>
        </p:spPr>
      </p:sp>
      <p:sp>
        <p:nvSpPr>
          <p:cNvPr id="219" name="Google Shape;219;p9"/>
          <p:cNvSpPr/>
          <p:nvPr/>
        </p:nvSpPr>
        <p:spPr>
          <a:xfrm>
            <a:off x="2655711" y="2240867"/>
            <a:ext cx="1919103" cy="0"/>
          </a:xfrm>
          <a:prstGeom prst="straightConnector1">
            <a:avLst/>
          </a:prstGeom>
          <a:noFill/>
          <a:ln cap="flat" cmpd="sng" w="19050">
            <a:solidFill>
              <a:srgbClr val="073763"/>
            </a:solidFill>
            <a:prstDash val="solid"/>
            <a:round/>
            <a:headEnd len="med" w="med" type="none"/>
            <a:tailEnd len="med" w="med" type="triangle"/>
          </a:ln>
        </p:spPr>
      </p:sp>
      <p:sp>
        <p:nvSpPr>
          <p:cNvPr id="220" name="Google Shape;220;p9"/>
          <p:cNvSpPr/>
          <p:nvPr/>
        </p:nvSpPr>
        <p:spPr>
          <a:xfrm>
            <a:off x="2655711" y="6000042"/>
            <a:ext cx="1919103" cy="0"/>
          </a:xfrm>
          <a:prstGeom prst="straightConnector1">
            <a:avLst/>
          </a:prstGeom>
          <a:noFill/>
          <a:ln cap="flat" cmpd="sng" w="19050">
            <a:solidFill>
              <a:srgbClr val="073763"/>
            </a:solidFill>
            <a:prstDash val="solid"/>
            <a:round/>
            <a:headEnd len="med" w="med" type="none"/>
            <a:tailEnd len="med" w="med" type="triangle"/>
          </a:ln>
        </p:spPr>
      </p:sp>
      <p:sp>
        <p:nvSpPr>
          <p:cNvPr id="221" name="Google Shape;221;p9"/>
          <p:cNvSpPr/>
          <p:nvPr/>
        </p:nvSpPr>
        <p:spPr>
          <a:xfrm>
            <a:off x="2655711" y="5187267"/>
            <a:ext cx="1919103" cy="0"/>
          </a:xfrm>
          <a:prstGeom prst="straightConnector1">
            <a:avLst/>
          </a:prstGeom>
          <a:noFill/>
          <a:ln cap="flat" cmpd="sng" w="19050">
            <a:solidFill>
              <a:srgbClr val="073763"/>
            </a:solidFill>
            <a:prstDash val="solid"/>
            <a:round/>
            <a:headEnd len="med" w="med" type="none"/>
            <a:tailEnd len="med" w="med" type="triangle"/>
          </a:ln>
        </p:spPr>
      </p:sp>
      <p:sp>
        <p:nvSpPr>
          <p:cNvPr id="222" name="Google Shape;222;p9"/>
          <p:cNvSpPr txBox="1"/>
          <p:nvPr/>
        </p:nvSpPr>
        <p:spPr>
          <a:xfrm>
            <a:off x="4775200" y="4673575"/>
            <a:ext cx="5212375" cy="5524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While vault opens, a female computer voice says: "access granted"</a:t>
            </a:r>
            <a:endParaRPr sz="1333">
              <a:solidFill>
                <a:srgbClr val="000000"/>
              </a:solidFill>
              <a:latin typeface="Arial"/>
              <a:ea typeface="Arial"/>
              <a:cs typeface="Arial"/>
              <a:sym typeface="Arial"/>
            </a:endParaRPr>
          </a:p>
        </p:txBody>
      </p:sp>
      <p:sp>
        <p:nvSpPr>
          <p:cNvPr id="223" name="Google Shape;223;p9"/>
          <p:cNvSpPr txBox="1"/>
          <p:nvPr/>
        </p:nvSpPr>
        <p:spPr>
          <a:xfrm>
            <a:off x="4775200" y="2641600"/>
            <a:ext cx="5212375" cy="5524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Female computer voice indicates A Baby´s DNA is required to unlock.</a:t>
            </a:r>
            <a:endParaRPr sz="1333">
              <a:solidFill>
                <a:srgbClr val="000000"/>
              </a:solidFill>
              <a:latin typeface="Arial"/>
              <a:ea typeface="Arial"/>
              <a:cs typeface="Arial"/>
              <a:sym typeface="Arial"/>
            </a:endParaRPr>
          </a:p>
        </p:txBody>
      </p:sp>
      <p:sp>
        <p:nvSpPr>
          <p:cNvPr id="224" name="Google Shape;224;p9"/>
          <p:cNvSpPr/>
          <p:nvPr/>
        </p:nvSpPr>
        <p:spPr>
          <a:xfrm>
            <a:off x="2655711" y="3053667"/>
            <a:ext cx="1919103" cy="0"/>
          </a:xfrm>
          <a:prstGeom prst="straightConnector1">
            <a:avLst/>
          </a:prstGeom>
          <a:noFill/>
          <a:ln cap="flat" cmpd="sng" w="19050">
            <a:solidFill>
              <a:srgbClr val="073763"/>
            </a:solidFill>
            <a:prstDash val="solid"/>
            <a:round/>
            <a:headEnd len="med" w="med" type="none"/>
            <a:tailEnd len="med" w="med" type="triangle"/>
          </a:ln>
        </p:spPr>
      </p:sp>
      <p:sp>
        <p:nvSpPr>
          <p:cNvPr id="225" name="Google Shape;225;p9"/>
          <p:cNvSpPr/>
          <p:nvPr/>
        </p:nvSpPr>
        <p:spPr>
          <a:xfrm flipH="1" rot="10800000">
            <a:off x="1225550" y="60007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226" name="Google Shape;226;p9"/>
          <p:cNvGrpSpPr/>
          <p:nvPr/>
        </p:nvGrpSpPr>
        <p:grpSpPr>
          <a:xfrm>
            <a:off x="517118" y="5494824"/>
            <a:ext cx="2477893" cy="1549080"/>
            <a:chOff x="913804" y="761504"/>
            <a:chExt cx="2589596" cy="1752196"/>
          </a:xfrm>
        </p:grpSpPr>
        <p:sp>
          <p:nvSpPr>
            <p:cNvPr id="227" name="Google Shape;227;p9"/>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Open second Candy Vault</a:t>
              </a:r>
              <a:endParaRPr sz="1238"/>
            </a:p>
          </p:txBody>
        </p:sp>
        <p:sp>
          <p:nvSpPr>
            <p:cNvPr id="228" name="Google Shape;228;p9"/>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 name="Google Shape;230;p9"/>
          <p:cNvGrpSpPr/>
          <p:nvPr/>
        </p:nvGrpSpPr>
        <p:grpSpPr>
          <a:xfrm>
            <a:off x="517118" y="6409224"/>
            <a:ext cx="2477893" cy="1549080"/>
            <a:chOff x="913804" y="761504"/>
            <a:chExt cx="2589596" cy="1752196"/>
          </a:xfrm>
        </p:grpSpPr>
        <p:sp>
          <p:nvSpPr>
            <p:cNvPr id="231" name="Google Shape;231;p9"/>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Open third Candy Vault</a:t>
              </a:r>
              <a:endParaRPr sz="1238"/>
            </a:p>
          </p:txBody>
        </p:sp>
        <p:sp>
          <p:nvSpPr>
            <p:cNvPr id="232" name="Google Shape;232;p9"/>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4" name="Google Shape;234;p9"/>
          <p:cNvSpPr/>
          <p:nvPr/>
        </p:nvSpPr>
        <p:spPr>
          <a:xfrm>
            <a:off x="2448321" y="6512321"/>
            <a:ext cx="554669" cy="396545"/>
          </a:xfrm>
          <a:prstGeom prst="rightArrow">
            <a:avLst>
              <a:gd fmla="val 50000" name="adj1"/>
              <a:gd fmla="val 50000"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0"/>
          <p:cNvSpPr txBox="1"/>
          <p:nvPr/>
        </p:nvSpPr>
        <p:spPr>
          <a:xfrm>
            <a:off x="1320800" y="101600"/>
            <a:ext cx="7698250" cy="86550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2667">
                <a:solidFill>
                  <a:srgbClr val="000000"/>
                </a:solidFill>
                <a:latin typeface="Arial"/>
                <a:ea typeface="Arial"/>
                <a:cs typeface="Arial"/>
                <a:sym typeface="Arial"/>
              </a:rPr>
              <a:t>Cap'n Dread's Second Task: Midget Security Agency Sabotage</a:t>
            </a:r>
            <a:endParaRPr sz="2667">
              <a:solidFill>
                <a:srgbClr val="000000"/>
              </a:solidFill>
              <a:latin typeface="Arial"/>
              <a:ea typeface="Arial"/>
              <a:cs typeface="Arial"/>
              <a:sym typeface="Arial"/>
            </a:endParaRPr>
          </a:p>
        </p:txBody>
      </p:sp>
      <p:grpSp>
        <p:nvGrpSpPr>
          <p:cNvPr id="240" name="Google Shape;240;p10"/>
          <p:cNvGrpSpPr/>
          <p:nvPr/>
        </p:nvGrpSpPr>
        <p:grpSpPr>
          <a:xfrm>
            <a:off x="415508" y="1024403"/>
            <a:ext cx="2477909" cy="1549067"/>
            <a:chOff x="913804" y="761504"/>
            <a:chExt cx="2589596" cy="1752196"/>
          </a:xfrm>
        </p:grpSpPr>
        <p:sp>
          <p:nvSpPr>
            <p:cNvPr id="241" name="Google Shape;241;p10"/>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Find out how to deceive midgets into abandoning the Thundercano</a:t>
              </a:r>
              <a:endParaRPr sz="1238"/>
            </a:p>
          </p:txBody>
        </p:sp>
        <p:sp>
          <p:nvSpPr>
            <p:cNvPr id="242" name="Google Shape;242;p10"/>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 name="Google Shape;244;p10"/>
          <p:cNvSpPr/>
          <p:nvPr/>
        </p:nvSpPr>
        <p:spPr>
          <a:xfrm flipH="1" rot="10800000">
            <a:off x="1225550" y="17335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245" name="Google Shape;245;p10"/>
          <p:cNvGrpSpPr/>
          <p:nvPr/>
        </p:nvGrpSpPr>
        <p:grpSpPr>
          <a:xfrm>
            <a:off x="415518" y="2142024"/>
            <a:ext cx="2477893" cy="1549080"/>
            <a:chOff x="913804" y="761504"/>
            <a:chExt cx="2589596" cy="1752196"/>
          </a:xfrm>
        </p:grpSpPr>
        <p:sp>
          <p:nvSpPr>
            <p:cNvPr id="246" name="Google Shape;246;p10"/>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Forge Official Announcement Note</a:t>
              </a:r>
              <a:endParaRPr sz="1238"/>
            </a:p>
          </p:txBody>
        </p:sp>
        <p:sp>
          <p:nvSpPr>
            <p:cNvPr id="247" name="Google Shape;247;p10"/>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0"/>
          <p:cNvGrpSpPr/>
          <p:nvPr/>
        </p:nvGrpSpPr>
        <p:grpSpPr>
          <a:xfrm>
            <a:off x="415518" y="3157999"/>
            <a:ext cx="2477893" cy="1549080"/>
            <a:chOff x="913804" y="761504"/>
            <a:chExt cx="2589596" cy="1752196"/>
          </a:xfrm>
        </p:grpSpPr>
        <p:sp>
          <p:nvSpPr>
            <p:cNvPr id="250" name="Google Shape;250;p10"/>
            <p:cNvSpPr/>
            <p:nvPr/>
          </p:nvSpPr>
          <p:spPr>
            <a:xfrm>
              <a:off x="913804" y="761504"/>
              <a:ext cx="1979400" cy="6084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Deliver the forged Official Announcement Note</a:t>
              </a:r>
              <a:endParaRPr sz="1238"/>
            </a:p>
          </p:txBody>
        </p:sp>
        <p:sp>
          <p:nvSpPr>
            <p:cNvPr id="251" name="Google Shape;251;p10"/>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 name="Google Shape;253;p10"/>
          <p:cNvSpPr/>
          <p:nvPr/>
        </p:nvSpPr>
        <p:spPr>
          <a:xfrm flipH="1" rot="10800000">
            <a:off x="1225550" y="2749525"/>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254" name="Google Shape;254;p10"/>
          <p:cNvSpPr/>
          <p:nvPr/>
        </p:nvSpPr>
        <p:spPr>
          <a:xfrm>
            <a:off x="2757311" y="1529667"/>
            <a:ext cx="1919103" cy="0"/>
          </a:xfrm>
          <a:prstGeom prst="straightConnector1">
            <a:avLst/>
          </a:prstGeom>
          <a:noFill/>
          <a:ln cap="flat" cmpd="sng" w="19050">
            <a:solidFill>
              <a:srgbClr val="073763"/>
            </a:solidFill>
            <a:prstDash val="solid"/>
            <a:round/>
            <a:headEnd len="med" w="med" type="none"/>
            <a:tailEnd len="med" w="med" type="triangle"/>
          </a:ln>
        </p:spPr>
      </p:sp>
      <p:sp>
        <p:nvSpPr>
          <p:cNvPr id="255" name="Google Shape;255;p10"/>
          <p:cNvSpPr txBox="1"/>
          <p:nvPr/>
        </p:nvSpPr>
        <p:spPr>
          <a:xfrm>
            <a:off x="4775200" y="711175"/>
            <a:ext cx="5222325" cy="15049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Cap Dread tells Rupert that he must get rid off of the MSA (Midget Security Agency), but has no clue as to how drive them off. Rupert shows up at the Thundercano entrance and meets Hightower.</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Rupert talks him into leaving but Hightower won't pay attention to him.</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Rupert realizes the MSA listens to the Thundercano announcements made by the Ventriloquist and it's the only way he can get them to abandon the facility.</a:t>
            </a:r>
            <a:endParaRPr sz="1333">
              <a:solidFill>
                <a:srgbClr val="000000"/>
              </a:solidFill>
              <a:latin typeface="Arial"/>
              <a:ea typeface="Arial"/>
              <a:cs typeface="Arial"/>
              <a:sym typeface="Arial"/>
            </a:endParaRPr>
          </a:p>
        </p:txBody>
      </p:sp>
      <p:sp>
        <p:nvSpPr>
          <p:cNvPr id="256" name="Google Shape;256;p10"/>
          <p:cNvSpPr txBox="1"/>
          <p:nvPr/>
        </p:nvSpPr>
        <p:spPr>
          <a:xfrm>
            <a:off x="4775200" y="2336775"/>
            <a:ext cx="5222325" cy="7422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Rupert can visit The Ventriloquist's cabin, where he finds out the announcements are only read when they come through one of the messaging tubes.</a:t>
            </a:r>
            <a:endParaRPr sz="1333">
              <a:solidFill>
                <a:srgbClr val="000000"/>
              </a:solidFill>
              <a:latin typeface="Arial"/>
              <a:ea typeface="Arial"/>
              <a:cs typeface="Arial"/>
              <a:sym typeface="Arial"/>
            </a:endParaRPr>
          </a:p>
        </p:txBody>
      </p:sp>
      <p:pic>
        <p:nvPicPr>
          <p:cNvPr id="257" name="Google Shape;257;p10"/>
          <p:cNvPicPr preferRelativeResize="0"/>
          <p:nvPr/>
        </p:nvPicPr>
        <p:blipFill>
          <a:blip r:embed="rId3">
            <a:alphaModFix/>
          </a:blip>
          <a:stretch>
            <a:fillRect/>
          </a:stretch>
        </p:blipFill>
        <p:spPr>
          <a:xfrm>
            <a:off x="4379300" y="3972900"/>
            <a:ext cx="5074375" cy="3430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1"/>
          <p:cNvSpPr txBox="1"/>
          <p:nvPr/>
        </p:nvSpPr>
        <p:spPr>
          <a:xfrm>
            <a:off x="1727200" y="406400"/>
            <a:ext cx="7698250" cy="916775"/>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2667">
                <a:solidFill>
                  <a:srgbClr val="000000"/>
                </a:solidFill>
                <a:latin typeface="Arial"/>
                <a:ea typeface="Arial"/>
                <a:cs typeface="Arial"/>
                <a:sym typeface="Arial"/>
              </a:rPr>
              <a:t>MGWDBTTGPnP Challenge: pronounce the organizations acronym</a:t>
            </a:r>
            <a:endParaRPr sz="2667">
              <a:solidFill>
                <a:srgbClr val="000000"/>
              </a:solidFill>
              <a:latin typeface="Arial"/>
              <a:ea typeface="Arial"/>
              <a:cs typeface="Arial"/>
              <a:sym typeface="Arial"/>
            </a:endParaRPr>
          </a:p>
        </p:txBody>
      </p:sp>
      <p:grpSp>
        <p:nvGrpSpPr>
          <p:cNvPr id="263" name="Google Shape;263;p11"/>
          <p:cNvGrpSpPr/>
          <p:nvPr/>
        </p:nvGrpSpPr>
        <p:grpSpPr>
          <a:xfrm>
            <a:off x="720318" y="1380024"/>
            <a:ext cx="2477893" cy="1549080"/>
            <a:chOff x="913804" y="761504"/>
            <a:chExt cx="2589596" cy="1752196"/>
          </a:xfrm>
        </p:grpSpPr>
        <p:sp>
          <p:nvSpPr>
            <p:cNvPr id="264" name="Google Shape;264;p11"/>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Captain Dread introduces Rupert to the MGWDBTTGPnP at the Thundercano</a:t>
              </a:r>
              <a:endParaRPr sz="1238"/>
            </a:p>
          </p:txBody>
        </p:sp>
        <p:sp>
          <p:nvSpPr>
            <p:cNvPr id="265" name="Google Shape;265;p11"/>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 name="Google Shape;267;p11"/>
          <p:cNvGrpSpPr/>
          <p:nvPr/>
        </p:nvGrpSpPr>
        <p:grpSpPr>
          <a:xfrm>
            <a:off x="720318" y="2497624"/>
            <a:ext cx="2477893" cy="1549080"/>
            <a:chOff x="913804" y="761504"/>
            <a:chExt cx="2589596" cy="1752196"/>
          </a:xfrm>
        </p:grpSpPr>
        <p:sp>
          <p:nvSpPr>
            <p:cNvPr id="268" name="Google Shape;268;p11"/>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Lord Goat informs Rupert that he needs an evil diploma from an evil college</a:t>
              </a:r>
              <a:endParaRPr sz="1238"/>
            </a:p>
          </p:txBody>
        </p:sp>
        <p:sp>
          <p:nvSpPr>
            <p:cNvPr id="269" name="Google Shape;269;p11"/>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 name="Google Shape;271;p11"/>
          <p:cNvSpPr/>
          <p:nvPr/>
        </p:nvSpPr>
        <p:spPr>
          <a:xfrm flipH="1" rot="10800000">
            <a:off x="1631950" y="20383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272" name="Google Shape;272;p11"/>
          <p:cNvSpPr/>
          <p:nvPr/>
        </p:nvSpPr>
        <p:spPr>
          <a:xfrm flipH="1" rot="10800000">
            <a:off x="1631950" y="31559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273" name="Google Shape;273;p11"/>
          <p:cNvGrpSpPr/>
          <p:nvPr/>
        </p:nvGrpSpPr>
        <p:grpSpPr>
          <a:xfrm>
            <a:off x="720318" y="3564424"/>
            <a:ext cx="2477893" cy="1549080"/>
            <a:chOff x="913804" y="761504"/>
            <a:chExt cx="2589596" cy="1752196"/>
          </a:xfrm>
        </p:grpSpPr>
        <p:sp>
          <p:nvSpPr>
            <p:cNvPr id="274" name="Google Shape;274;p11"/>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Rupert must find a way to record the Ventriloquist saying the acronym</a:t>
              </a:r>
              <a:endParaRPr sz="1238"/>
            </a:p>
          </p:txBody>
        </p:sp>
        <p:sp>
          <p:nvSpPr>
            <p:cNvPr id="275" name="Google Shape;275;p11"/>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 name="Google Shape;277;p11"/>
          <p:cNvSpPr/>
          <p:nvPr/>
        </p:nvSpPr>
        <p:spPr>
          <a:xfrm flipH="1" rot="10800000">
            <a:off x="1631950" y="4273525"/>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278" name="Google Shape;278;p11"/>
          <p:cNvGrpSpPr/>
          <p:nvPr/>
        </p:nvGrpSpPr>
        <p:grpSpPr>
          <a:xfrm>
            <a:off x="720318" y="4681999"/>
            <a:ext cx="2477893" cy="1549080"/>
            <a:chOff x="913804" y="761504"/>
            <a:chExt cx="2589596" cy="1752196"/>
          </a:xfrm>
        </p:grpSpPr>
        <p:sp>
          <p:nvSpPr>
            <p:cNvPr id="279" name="Google Shape;279;p11"/>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Rupert must find a way to record the Ventriloquist saying the acronym</a:t>
              </a:r>
              <a:endParaRPr sz="1238"/>
            </a:p>
          </p:txBody>
        </p:sp>
        <p:sp>
          <p:nvSpPr>
            <p:cNvPr id="280" name="Google Shape;280;p11"/>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1"/>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11"/>
          <p:cNvGrpSpPr/>
          <p:nvPr/>
        </p:nvGrpSpPr>
        <p:grpSpPr>
          <a:xfrm>
            <a:off x="720318" y="5799624"/>
            <a:ext cx="2477893" cy="1549080"/>
            <a:chOff x="913804" y="761504"/>
            <a:chExt cx="2589596" cy="1752196"/>
          </a:xfrm>
        </p:grpSpPr>
        <p:sp>
          <p:nvSpPr>
            <p:cNvPr id="283" name="Google Shape;283;p11"/>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Rupert assembles a customized tape recorder</a:t>
              </a:r>
              <a:endParaRPr sz="1238"/>
            </a:p>
          </p:txBody>
        </p:sp>
        <p:sp>
          <p:nvSpPr>
            <p:cNvPr id="284" name="Google Shape;284;p11"/>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6" name="Google Shape;286;p11"/>
          <p:cNvSpPr/>
          <p:nvPr/>
        </p:nvSpPr>
        <p:spPr>
          <a:xfrm flipH="1" rot="10800000">
            <a:off x="1631950" y="53911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287" name="Google Shape;287;p11"/>
          <p:cNvSpPr/>
          <p:nvPr/>
        </p:nvSpPr>
        <p:spPr>
          <a:xfrm flipH="1" rot="10800000">
            <a:off x="1631950" y="6508725"/>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288" name="Google Shape;288;p11"/>
          <p:cNvGrpSpPr/>
          <p:nvPr/>
        </p:nvGrpSpPr>
        <p:grpSpPr>
          <a:xfrm>
            <a:off x="720308" y="6917203"/>
            <a:ext cx="2477909" cy="1549067"/>
            <a:chOff x="913804" y="761504"/>
            <a:chExt cx="2589596" cy="1752196"/>
          </a:xfrm>
        </p:grpSpPr>
        <p:sp>
          <p:nvSpPr>
            <p:cNvPr id="289" name="Google Shape;289;p11"/>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Rupert must make the Ventriloquist pronounce MGWDBTTGPnP and record it</a:t>
              </a:r>
              <a:endParaRPr sz="1238"/>
            </a:p>
          </p:txBody>
        </p:sp>
        <p:sp>
          <p:nvSpPr>
            <p:cNvPr id="290" name="Google Shape;290;p11"/>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11"/>
          <p:cNvSpPr/>
          <p:nvPr/>
        </p:nvSpPr>
        <p:spPr>
          <a:xfrm>
            <a:off x="2960511" y="3155242"/>
            <a:ext cx="1919103" cy="0"/>
          </a:xfrm>
          <a:prstGeom prst="straightConnector1">
            <a:avLst/>
          </a:prstGeom>
          <a:noFill/>
          <a:ln cap="flat" cmpd="sng" w="19050">
            <a:solidFill>
              <a:srgbClr val="073763"/>
            </a:solidFill>
            <a:prstDash val="solid"/>
            <a:round/>
            <a:headEnd len="med" w="med" type="none"/>
            <a:tailEnd len="med" w="med" type="triangle"/>
          </a:ln>
        </p:spPr>
      </p:sp>
      <p:sp>
        <p:nvSpPr>
          <p:cNvPr id="293" name="Google Shape;293;p11"/>
          <p:cNvSpPr txBox="1"/>
          <p:nvPr/>
        </p:nvSpPr>
        <p:spPr>
          <a:xfrm>
            <a:off x="4978400" y="2539975"/>
            <a:ext cx="5212375" cy="5524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FALTA RAPOLEON - como convencerlo de grabar MGWDBTTGPnP</a:t>
            </a:r>
            <a:endParaRPr sz="1333">
              <a:solidFill>
                <a:srgbClr val="000000"/>
              </a:solidFill>
              <a:latin typeface="Arial"/>
              <a:ea typeface="Arial"/>
              <a:cs typeface="Arial"/>
              <a:sym typeface="Arial"/>
            </a:endParaRPr>
          </a:p>
        </p:txBody>
      </p:sp>
      <p:pic>
        <p:nvPicPr>
          <p:cNvPr id="294" name="Google Shape;294;p11"/>
          <p:cNvPicPr preferRelativeResize="0"/>
          <p:nvPr/>
        </p:nvPicPr>
        <p:blipFill>
          <a:blip r:embed="rId3">
            <a:alphaModFix/>
          </a:blip>
          <a:stretch>
            <a:fillRect/>
          </a:stretch>
        </p:blipFill>
        <p:spPr>
          <a:xfrm>
            <a:off x="8229600" y="5079975"/>
            <a:ext cx="1864850" cy="2529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2"/>
          <p:cNvSpPr txBox="1"/>
          <p:nvPr/>
        </p:nvSpPr>
        <p:spPr>
          <a:xfrm>
            <a:off x="1524000" y="254000"/>
            <a:ext cx="7698250" cy="86550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2667">
                <a:solidFill>
                  <a:srgbClr val="000000"/>
                </a:solidFill>
                <a:latin typeface="Arial"/>
                <a:ea typeface="Arial"/>
                <a:cs typeface="Arial"/>
                <a:sym typeface="Arial"/>
              </a:rPr>
              <a:t>MGWDBTTGPnP Task: get an evil diploma from Evil Deeds </a:t>
            </a:r>
            <a:endParaRPr sz="2667">
              <a:solidFill>
                <a:srgbClr val="000000"/>
              </a:solidFill>
              <a:latin typeface="Arial"/>
              <a:ea typeface="Arial"/>
              <a:cs typeface="Arial"/>
              <a:sym typeface="Arial"/>
            </a:endParaRPr>
          </a:p>
        </p:txBody>
      </p:sp>
      <p:sp>
        <p:nvSpPr>
          <p:cNvPr id="300" name="Google Shape;300;p12"/>
          <p:cNvSpPr/>
          <p:nvPr/>
        </p:nvSpPr>
        <p:spPr>
          <a:xfrm flipH="1" rot="10800000">
            <a:off x="1428750" y="18859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301" name="Google Shape;301;p12"/>
          <p:cNvSpPr/>
          <p:nvPr/>
        </p:nvSpPr>
        <p:spPr>
          <a:xfrm flipH="1" rot="10800000">
            <a:off x="1428750" y="3054325"/>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302" name="Google Shape;302;p12"/>
          <p:cNvSpPr/>
          <p:nvPr/>
        </p:nvSpPr>
        <p:spPr>
          <a:xfrm flipH="1" rot="10800000">
            <a:off x="1428750" y="41719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sp>
        <p:nvSpPr>
          <p:cNvPr id="303" name="Google Shape;303;p12"/>
          <p:cNvSpPr/>
          <p:nvPr/>
        </p:nvSpPr>
        <p:spPr>
          <a:xfrm flipH="1" rot="10800000">
            <a:off x="1428750" y="5289525"/>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304" name="Google Shape;304;p12"/>
          <p:cNvGrpSpPr/>
          <p:nvPr/>
        </p:nvGrpSpPr>
        <p:grpSpPr>
          <a:xfrm>
            <a:off x="517118" y="1227624"/>
            <a:ext cx="2477893" cy="1549080"/>
            <a:chOff x="913804" y="761504"/>
            <a:chExt cx="2589596" cy="1752196"/>
          </a:xfrm>
        </p:grpSpPr>
        <p:sp>
          <p:nvSpPr>
            <p:cNvPr id="305" name="Google Shape;305;p12"/>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Captain Dread introduces Rupert to the MGWDBTTGPnP at the Thundercano</a:t>
              </a:r>
              <a:endParaRPr sz="1238"/>
            </a:p>
          </p:txBody>
        </p:sp>
        <p:sp>
          <p:nvSpPr>
            <p:cNvPr id="306" name="Google Shape;306;p12"/>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 name="Google Shape;308;p12"/>
          <p:cNvGrpSpPr/>
          <p:nvPr/>
        </p:nvGrpSpPr>
        <p:grpSpPr>
          <a:xfrm>
            <a:off x="517118" y="2345199"/>
            <a:ext cx="2477893" cy="1549080"/>
            <a:chOff x="913804" y="761504"/>
            <a:chExt cx="2589596" cy="1752196"/>
          </a:xfrm>
        </p:grpSpPr>
        <p:sp>
          <p:nvSpPr>
            <p:cNvPr id="309" name="Google Shape;309;p12"/>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Lord Goat informs Rupert that he needs an evil diploma from an evil college</a:t>
              </a:r>
              <a:endParaRPr sz="1238"/>
            </a:p>
          </p:txBody>
        </p:sp>
        <p:sp>
          <p:nvSpPr>
            <p:cNvPr id="310" name="Google Shape;310;p12"/>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2"/>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 name="Google Shape;312;p12"/>
          <p:cNvGrpSpPr/>
          <p:nvPr/>
        </p:nvGrpSpPr>
        <p:grpSpPr>
          <a:xfrm>
            <a:off x="517108" y="3462803"/>
            <a:ext cx="2477909" cy="1549067"/>
            <a:chOff x="913804" y="761504"/>
            <a:chExt cx="2589596" cy="1752196"/>
          </a:xfrm>
        </p:grpSpPr>
        <p:sp>
          <p:nvSpPr>
            <p:cNvPr id="313" name="Google Shape;313;p12"/>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Rupert attends Evil Deeds College</a:t>
              </a:r>
              <a:endParaRPr sz="1238"/>
            </a:p>
          </p:txBody>
        </p:sp>
        <p:sp>
          <p:nvSpPr>
            <p:cNvPr id="314" name="Google Shape;314;p12"/>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 name="Google Shape;316;p12"/>
          <p:cNvGrpSpPr/>
          <p:nvPr/>
        </p:nvGrpSpPr>
        <p:grpSpPr>
          <a:xfrm>
            <a:off x="525658" y="4588403"/>
            <a:ext cx="2477909" cy="1549067"/>
            <a:chOff x="913804" y="761504"/>
            <a:chExt cx="2589596" cy="1752196"/>
          </a:xfrm>
        </p:grpSpPr>
        <p:sp>
          <p:nvSpPr>
            <p:cNvPr id="317" name="Google Shape;317;p12"/>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In each of the classes he attends he finds materials to build a diploma copy-machine</a:t>
              </a:r>
              <a:endParaRPr sz="1238"/>
            </a:p>
          </p:txBody>
        </p:sp>
        <p:sp>
          <p:nvSpPr>
            <p:cNvPr id="318" name="Google Shape;318;p12"/>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12"/>
          <p:cNvSpPr txBox="1"/>
          <p:nvPr/>
        </p:nvSpPr>
        <p:spPr>
          <a:xfrm>
            <a:off x="4673600" y="2235200"/>
            <a:ext cx="5128975" cy="10881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Lord Goat is impressed with the body of work presented by Dread for Rupert, but tells him that in order to be accepted he needs a Bachelors in Evil Arts.</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p:txBody>
      </p:sp>
      <p:sp>
        <p:nvSpPr>
          <p:cNvPr id="321" name="Google Shape;321;p12"/>
          <p:cNvSpPr/>
          <p:nvPr/>
        </p:nvSpPr>
        <p:spPr>
          <a:xfrm>
            <a:off x="2757311" y="2850442"/>
            <a:ext cx="1919103" cy="0"/>
          </a:xfrm>
          <a:prstGeom prst="straightConnector1">
            <a:avLst/>
          </a:prstGeom>
          <a:noFill/>
          <a:ln cap="flat" cmpd="sng" w="19050">
            <a:solidFill>
              <a:srgbClr val="073763"/>
            </a:solidFill>
            <a:prstDash val="solid"/>
            <a:round/>
            <a:headEnd len="med" w="med" type="none"/>
            <a:tailEnd len="med" w="med" type="triangle"/>
          </a:ln>
        </p:spPr>
      </p:sp>
      <p:grpSp>
        <p:nvGrpSpPr>
          <p:cNvPr id="322" name="Google Shape;322;p12"/>
          <p:cNvGrpSpPr/>
          <p:nvPr/>
        </p:nvGrpSpPr>
        <p:grpSpPr>
          <a:xfrm>
            <a:off x="525658" y="5705978"/>
            <a:ext cx="2477909" cy="1549067"/>
            <a:chOff x="913804" y="761504"/>
            <a:chExt cx="2589596" cy="1752196"/>
          </a:xfrm>
        </p:grpSpPr>
        <p:sp>
          <p:nvSpPr>
            <p:cNvPr id="323" name="Google Shape;323;p12"/>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Rupert assembles the diploma copy-machine</a:t>
              </a:r>
              <a:endParaRPr sz="1238"/>
            </a:p>
          </p:txBody>
        </p:sp>
        <p:sp>
          <p:nvSpPr>
            <p:cNvPr id="324" name="Google Shape;324;p12"/>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 name="Google Shape;326;p12"/>
          <p:cNvSpPr txBox="1"/>
          <p:nvPr/>
        </p:nvSpPr>
        <p:spPr>
          <a:xfrm>
            <a:off x="4775200" y="5791200"/>
            <a:ext cx="5128975" cy="1088150"/>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The machine cannot be stopped by Rupert's constant FOOM hits, which overheats it and makes it explode, leveling most of the campus</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p:txBody>
      </p:sp>
      <p:sp>
        <p:nvSpPr>
          <p:cNvPr id="327" name="Google Shape;327;p12"/>
          <p:cNvSpPr/>
          <p:nvPr/>
        </p:nvSpPr>
        <p:spPr>
          <a:xfrm>
            <a:off x="2757311" y="6304842"/>
            <a:ext cx="1919103" cy="0"/>
          </a:xfrm>
          <a:prstGeom prst="straightConnector1">
            <a:avLst/>
          </a:prstGeom>
          <a:noFill/>
          <a:ln cap="flat" cmpd="sng" w="19050">
            <a:solidFill>
              <a:srgbClr val="073763"/>
            </a:solidFill>
            <a:prstDash val="solid"/>
            <a:round/>
            <a:headEnd len="med" w="med" type="none"/>
            <a:tailEnd len="med" w="med" type="triangle"/>
          </a:ln>
        </p:spPr>
      </p:sp>
      <p:sp>
        <p:nvSpPr>
          <p:cNvPr id="328" name="Google Shape;328;p12"/>
          <p:cNvSpPr/>
          <p:nvPr/>
        </p:nvSpPr>
        <p:spPr>
          <a:xfrm flipH="1" rot="10800000">
            <a:off x="1428750" y="6407150"/>
            <a:ext cx="315525" cy="406375"/>
          </a:xfrm>
          <a:custGeom>
            <a:rect b="b" l="l" r="r" t="t"/>
            <a:pathLst>
              <a:path extrusionOk="0" h="21600" w="21600">
                <a:moveTo>
                  <a:pt x="5615" y="21600"/>
                </a:moveTo>
                <a:lnTo>
                  <a:pt x="5615" y="11173"/>
                </a:lnTo>
                <a:cubicBezTo>
                  <a:pt x="5615" y="11173"/>
                  <a:pt x="481" y="11188"/>
                  <a:pt x="435" y="11173"/>
                </a:cubicBezTo>
                <a:cubicBezTo>
                  <a:pt x="-550" y="11173"/>
                  <a:pt x="445" y="10190"/>
                  <a:pt x="445" y="10190"/>
                </a:cubicBezTo>
                <a:lnTo>
                  <a:pt x="10795" y="0"/>
                </a:lnTo>
                <a:cubicBezTo>
                  <a:pt x="10795" y="0"/>
                  <a:pt x="21119" y="10187"/>
                  <a:pt x="21141" y="10187"/>
                </a:cubicBezTo>
                <a:cubicBezTo>
                  <a:pt x="22165" y="11337"/>
                  <a:pt x="21155" y="11173"/>
                  <a:pt x="21155" y="11173"/>
                </a:cubicBezTo>
                <a:lnTo>
                  <a:pt x="15976" y="11173"/>
                </a:lnTo>
                <a:lnTo>
                  <a:pt x="15976" y="21600"/>
                </a:lnTo>
                <a:lnTo>
                  <a:pt x="5615" y="21600"/>
                </a:lnTo>
                <a:close/>
              </a:path>
            </a:pathLst>
          </a:custGeom>
          <a:solidFill>
            <a:srgbClr val="FFFFFF"/>
          </a:solidFill>
          <a:ln cap="flat" cmpd="sng" w="12700">
            <a:solidFill>
              <a:srgbClr val="000000"/>
            </a:solidFill>
            <a:prstDash val="solid"/>
            <a:round/>
            <a:headEnd len="sm" w="sm" type="none"/>
            <a:tailEnd len="sm" w="sm" type="none"/>
          </a:ln>
        </p:spPr>
      </p:sp>
      <p:grpSp>
        <p:nvGrpSpPr>
          <p:cNvPr id="329" name="Google Shape;329;p12"/>
          <p:cNvGrpSpPr/>
          <p:nvPr/>
        </p:nvGrpSpPr>
        <p:grpSpPr>
          <a:xfrm>
            <a:off x="525643" y="6823599"/>
            <a:ext cx="2477893" cy="1549080"/>
            <a:chOff x="913804" y="761504"/>
            <a:chExt cx="2589596" cy="1752196"/>
          </a:xfrm>
        </p:grpSpPr>
        <p:sp>
          <p:nvSpPr>
            <p:cNvPr id="330" name="Google Shape;330;p12"/>
            <p:cNvSpPr/>
            <p:nvPr/>
          </p:nvSpPr>
          <p:spPr>
            <a:xfrm>
              <a:off x="913804" y="761504"/>
              <a:ext cx="2213700" cy="759900"/>
            </a:xfrm>
            <a:prstGeom prst="rect">
              <a:avLst/>
            </a:prstGeom>
            <a:solidFill>
              <a:srgbClr val="CFE2F3"/>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38"/>
                <a:t>Now that the diploma is printed, Rupert needs the Rector's signature for its validity</a:t>
              </a:r>
              <a:endParaRPr sz="1238"/>
            </a:p>
          </p:txBody>
        </p:sp>
        <p:sp>
          <p:nvSpPr>
            <p:cNvPr id="331" name="Google Shape;331;p12"/>
            <p:cNvSpPr txBox="1"/>
            <p:nvPr/>
          </p:nvSpPr>
          <p:spPr>
            <a:xfrm>
              <a:off x="1447800" y="1066800"/>
              <a:ext cx="2055600" cy="144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2"/>
            <p:cNvSpPr txBox="1"/>
            <p:nvPr/>
          </p:nvSpPr>
          <p:spPr>
            <a:xfrm>
              <a:off x="1219200" y="914400"/>
              <a:ext cx="1522200" cy="91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 name="Google Shape;333;p12"/>
          <p:cNvSpPr txBox="1"/>
          <p:nvPr/>
        </p:nvSpPr>
        <p:spPr>
          <a:xfrm>
            <a:off x="4775200" y="6807200"/>
            <a:ext cx="5128975" cy="1300825"/>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Rupert introduces himself as the Rector's wife attorney and needs the signature for the final paperwork to be completed. The Rector takes this opportunity to rant about marriage.</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p:txBody>
      </p:sp>
      <p:sp>
        <p:nvSpPr>
          <p:cNvPr id="334" name="Google Shape;334;p12"/>
          <p:cNvSpPr/>
          <p:nvPr/>
        </p:nvSpPr>
        <p:spPr>
          <a:xfrm>
            <a:off x="2757311" y="7524041"/>
            <a:ext cx="1919103" cy="0"/>
          </a:xfrm>
          <a:prstGeom prst="straightConnector1">
            <a:avLst/>
          </a:prstGeom>
          <a:noFill/>
          <a:ln cap="flat" cmpd="sng" w="19050">
            <a:solidFill>
              <a:srgbClr val="073763"/>
            </a:solidFill>
            <a:prstDash val="solid"/>
            <a:round/>
            <a:headEnd len="med" w="med" type="none"/>
            <a:tailEnd len="med" w="med" type="triangle"/>
          </a:ln>
        </p:spPr>
      </p:sp>
      <p:sp>
        <p:nvSpPr>
          <p:cNvPr id="335" name="Google Shape;335;p12"/>
          <p:cNvSpPr txBox="1"/>
          <p:nvPr/>
        </p:nvSpPr>
        <p:spPr>
          <a:xfrm>
            <a:off x="4673600" y="3759175"/>
            <a:ext cx="5128975" cy="1492925"/>
          </a:xfrm>
          <a:prstGeom prst="rect">
            <a:avLst/>
          </a:prstGeom>
          <a:noFill/>
          <a:ln>
            <a:noFill/>
          </a:ln>
        </p:spPr>
        <p:txBody>
          <a:bodyPr anchorCtr="0" anchor="t" bIns="38100" lIns="38100" spcFirstLastPara="1" rIns="38100" wrap="square" tIns="38100">
            <a:noAutofit/>
          </a:bodyPr>
          <a:lstStyle/>
          <a:p>
            <a:pPr indent="0" lvl="0" marL="0" rtl="0" algn="l">
              <a:lnSpc>
                <a:spcPct val="100000"/>
              </a:lnSpc>
              <a:spcBef>
                <a:spcPts val="0"/>
              </a:spcBef>
              <a:spcAft>
                <a:spcPts val="0"/>
              </a:spcAft>
              <a:buNone/>
            </a:pPr>
            <a:r>
              <a:rPr lang="en-US" sz="1333">
                <a:solidFill>
                  <a:srgbClr val="000000"/>
                </a:solidFill>
                <a:latin typeface="Arial"/>
                <a:ea typeface="Arial"/>
                <a:cs typeface="Arial"/>
                <a:sym typeface="Arial"/>
              </a:rPr>
              <a:t>Mimeograph materials:</a:t>
            </a:r>
            <a:endParaRPr sz="1333">
              <a:solidFill>
                <a:srgbClr val="000000"/>
              </a:solidFill>
              <a:latin typeface="Arial"/>
              <a:ea typeface="Arial"/>
              <a:cs typeface="Arial"/>
              <a:sym typeface="Arial"/>
            </a:endParaRPr>
          </a:p>
          <a:p>
            <a:pPr indent="-135467" lvl="0" marL="381000" marR="0" rtl="0" algn="l">
              <a:lnSpc>
                <a:spcPct val="100000"/>
              </a:lnSpc>
              <a:spcBef>
                <a:spcPts val="0"/>
              </a:spcBef>
              <a:spcAft>
                <a:spcPts val="0"/>
              </a:spcAft>
              <a:buClr>
                <a:srgbClr val="000000"/>
              </a:buClr>
              <a:buSzPts val="1333"/>
              <a:buChar char="●"/>
            </a:pPr>
            <a:r>
              <a:rPr lang="en-US" sz="1333">
                <a:solidFill>
                  <a:srgbClr val="000000"/>
                </a:solidFill>
                <a:latin typeface="Arial"/>
                <a:ea typeface="Arial"/>
                <a:cs typeface="Arial"/>
                <a:sym typeface="Arial"/>
              </a:rPr>
              <a:t>drum</a:t>
            </a:r>
            <a:endParaRPr sz="1333">
              <a:solidFill>
                <a:srgbClr val="000000"/>
              </a:solidFill>
              <a:latin typeface="Arial"/>
              <a:ea typeface="Arial"/>
              <a:cs typeface="Arial"/>
              <a:sym typeface="Arial"/>
            </a:endParaRPr>
          </a:p>
          <a:p>
            <a:pPr indent="-135467" lvl="0" marL="381000" marR="0" rtl="0" algn="l">
              <a:lnSpc>
                <a:spcPct val="100000"/>
              </a:lnSpc>
              <a:spcBef>
                <a:spcPts val="0"/>
              </a:spcBef>
              <a:spcAft>
                <a:spcPts val="0"/>
              </a:spcAft>
              <a:buClr>
                <a:srgbClr val="000000"/>
              </a:buClr>
              <a:buSzPts val="1333"/>
              <a:buChar char="●"/>
            </a:pPr>
            <a:r>
              <a:rPr lang="en-US" sz="1333">
                <a:solidFill>
                  <a:srgbClr val="000000"/>
                </a:solidFill>
                <a:latin typeface="Arial"/>
                <a:ea typeface="Arial"/>
                <a:cs typeface="Arial"/>
                <a:sym typeface="Arial"/>
              </a:rPr>
              <a:t>ink</a:t>
            </a:r>
            <a:endParaRPr sz="1333">
              <a:solidFill>
                <a:srgbClr val="000000"/>
              </a:solidFill>
              <a:latin typeface="Arial"/>
              <a:ea typeface="Arial"/>
              <a:cs typeface="Arial"/>
              <a:sym typeface="Arial"/>
            </a:endParaRPr>
          </a:p>
          <a:p>
            <a:pPr indent="-135467" lvl="0" marL="381000" marR="0" rtl="0" algn="l">
              <a:lnSpc>
                <a:spcPct val="100000"/>
              </a:lnSpc>
              <a:spcBef>
                <a:spcPts val="0"/>
              </a:spcBef>
              <a:spcAft>
                <a:spcPts val="0"/>
              </a:spcAft>
              <a:buClr>
                <a:srgbClr val="000000"/>
              </a:buClr>
              <a:buSzPts val="1333"/>
              <a:buChar char="●"/>
            </a:pPr>
            <a:r>
              <a:rPr lang="en-US" sz="1333">
                <a:solidFill>
                  <a:srgbClr val="000000"/>
                </a:solidFill>
                <a:latin typeface="Arial"/>
                <a:ea typeface="Arial"/>
                <a:cs typeface="Arial"/>
                <a:sym typeface="Arial"/>
              </a:rPr>
              <a:t>molds</a:t>
            </a:r>
            <a:endParaRPr sz="1333">
              <a:solidFill>
                <a:srgbClr val="000000"/>
              </a:solidFill>
              <a:latin typeface="Arial"/>
              <a:ea typeface="Arial"/>
              <a:cs typeface="Arial"/>
              <a:sym typeface="Arial"/>
            </a:endParaRPr>
          </a:p>
          <a:p>
            <a:pPr indent="-135467" lvl="0" marL="381000" marR="0" rtl="0" algn="l">
              <a:lnSpc>
                <a:spcPct val="100000"/>
              </a:lnSpc>
              <a:spcBef>
                <a:spcPts val="0"/>
              </a:spcBef>
              <a:spcAft>
                <a:spcPts val="0"/>
              </a:spcAft>
              <a:buClr>
                <a:srgbClr val="000000"/>
              </a:buClr>
              <a:buSzPts val="1333"/>
              <a:buChar char="●"/>
            </a:pPr>
            <a:r>
              <a:rPr lang="en-US" sz="1333">
                <a:solidFill>
                  <a:srgbClr val="000000"/>
                </a:solidFill>
                <a:latin typeface="Arial"/>
                <a:ea typeface="Arial"/>
                <a:cs typeface="Arial"/>
                <a:sym typeface="Arial"/>
              </a:rPr>
              <a:t>FOOM! </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33">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a:themeElements>
    <a:clrScheme name="blank">
      <a:dk1>
        <a:srgbClr val="000000"/>
      </a:dk1>
      <a:lt1>
        <a:srgbClr val="FFFFFF"/>
      </a:lt1>
      <a:dk2>
        <a:srgbClr val="073763"/>
      </a:dk2>
      <a:lt2>
        <a:srgbClr val="CFE2F3"/>
      </a:lt2>
      <a:accent1>
        <a:srgbClr val="404040"/>
      </a:accent1>
      <a:accent2>
        <a:srgbClr val="808080"/>
      </a:accent2>
      <a:accent3>
        <a:srgbClr val="C0C0C0"/>
      </a:accent3>
      <a:accent4>
        <a:srgbClr val="396187"/>
      </a:accent4>
      <a:accent5>
        <a:srgbClr val="6B8CAB"/>
      </a:accent5>
      <a:accent6>
        <a:srgbClr val="9DB7CF"/>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